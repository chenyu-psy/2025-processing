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43" r:id="rId5"/>
  </p:sldMasterIdLst>
  <p:notesMasterIdLst>
    <p:notesMasterId r:id="rId21"/>
  </p:notesMasterIdLst>
  <p:sldIdLst>
    <p:sldId id="318" r:id="rId6"/>
    <p:sldId id="340" r:id="rId7"/>
    <p:sldId id="339" r:id="rId8"/>
    <p:sldId id="343" r:id="rId9"/>
    <p:sldId id="341" r:id="rId10"/>
    <p:sldId id="342" r:id="rId11"/>
    <p:sldId id="345" r:id="rId12"/>
    <p:sldId id="346" r:id="rId13"/>
    <p:sldId id="349" r:id="rId14"/>
    <p:sldId id="348" r:id="rId15"/>
    <p:sldId id="352" r:id="rId16"/>
    <p:sldId id="353" r:id="rId17"/>
    <p:sldId id="354" r:id="rId18"/>
    <p:sldId id="355" r:id="rId19"/>
    <p:sldId id="356" r:id="rId20"/>
  </p:sldIdLst>
  <p:sldSz cx="12192000" cy="6858000"/>
  <p:notesSz cx="6400800" cy="8686800"/>
  <p:defaultTextStyle>
    <a:defPPr>
      <a:defRPr lang="de-CH"/>
    </a:defPPr>
    <a:lvl1pPr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Introduction" id="{593BBAC1-4ED1-084A-A250-77265483E592}">
          <p14:sldIdLst>
            <p14:sldId id="318"/>
            <p14:sldId id="340"/>
            <p14:sldId id="339"/>
            <p14:sldId id="343"/>
            <p14:sldId id="341"/>
            <p14:sldId id="342"/>
            <p14:sldId id="345"/>
            <p14:sldId id="346"/>
            <p14:sldId id="349"/>
            <p14:sldId id="348"/>
            <p14:sldId id="352"/>
            <p14:sldId id="353"/>
            <p14:sldId id="354"/>
            <p14:sldId id="355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53" userDrawn="1">
          <p15:clr>
            <a:srgbClr val="A4A3A4"/>
          </p15:clr>
        </p15:guide>
        <p15:guide id="8" pos="4861" userDrawn="1">
          <p15:clr>
            <a:srgbClr val="A4A3A4"/>
          </p15:clr>
        </p15:guide>
        <p15:guide id="9" pos="5065" userDrawn="1">
          <p15:clr>
            <a:srgbClr val="A4A3A4"/>
          </p15:clr>
        </p15:guide>
        <p15:guide id="10" pos="7107" userDrawn="1">
          <p15:clr>
            <a:srgbClr val="A4A3A4"/>
          </p15:clr>
        </p15:guide>
        <p15:guide id="11" pos="2819" userDrawn="1">
          <p15:clr>
            <a:srgbClr val="A4A3A4"/>
          </p15:clr>
        </p15:guide>
        <p15:guide id="12" pos="2615" userDrawn="1">
          <p15:clr>
            <a:srgbClr val="A4A3A4"/>
          </p15:clr>
        </p15:guide>
        <p15:guide id="13" pos="575" userDrawn="1">
          <p15:clr>
            <a:srgbClr val="A4A3A4"/>
          </p15:clr>
        </p15:guide>
        <p15:guide id="14" orient="horz" pos="799" userDrawn="1">
          <p15:clr>
            <a:srgbClr val="A4A3A4"/>
          </p15:clr>
        </p15:guide>
        <p15:guide id="15" orient="horz" pos="41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FFBF7A"/>
    <a:srgbClr val="8FC1A9"/>
    <a:srgbClr val="F7776F"/>
    <a:srgbClr val="F8CBAD"/>
    <a:srgbClr val="BDD7EE"/>
    <a:srgbClr val="F6DA67"/>
    <a:srgbClr val="FFFC00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6" autoAdjust="0"/>
    <p:restoredTop sz="96173"/>
  </p:normalViewPr>
  <p:slideViewPr>
    <p:cSldViewPr snapToObjects="1">
      <p:cViewPr varScale="1">
        <p:scale>
          <a:sx n="86" d="100"/>
          <a:sy n="86" d="100"/>
        </p:scale>
        <p:origin x="232" y="1184"/>
      </p:cViewPr>
      <p:guideLst>
        <p:guide orient="horz" pos="709"/>
        <p:guide orient="horz" pos="1389"/>
        <p:guide orient="horz" pos="3838"/>
        <p:guide pos="3840"/>
        <p:guide pos="3727"/>
        <p:guide pos="3953"/>
        <p:guide pos="4861"/>
        <p:guide pos="5065"/>
        <p:guide pos="7107"/>
        <p:guide pos="2819"/>
        <p:guide pos="2615"/>
        <p:guide pos="575"/>
        <p:guide orient="horz" pos="799"/>
        <p:guide orient="horz" pos="41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402DE-121B-574B-80D3-AECE1F70B3E1}" type="doc">
      <dgm:prSet loTypeId="urn:microsoft.com/office/officeart/2005/8/layout/process1" loCatId="" qsTypeId="urn:microsoft.com/office/officeart/2005/8/quickstyle/simple1" qsCatId="simple" csTypeId="urn:microsoft.com/office/officeart/2005/8/colors/colorful4" csCatId="colorful" phldr="1"/>
      <dgm:spPr/>
    </dgm:pt>
    <dgm:pt modelId="{BF849E9F-EA03-BC49-A5D7-AB6D65EA8CC8}">
      <dgm:prSet phldrT="[Text]"/>
      <dgm:spPr>
        <a:solidFill>
          <a:srgbClr val="FFBF7A"/>
        </a:solidFill>
      </dgm:spPr>
      <dgm:t>
        <a:bodyPr/>
        <a:lstStyle/>
        <a:p>
          <a:r>
            <a:rPr lang="en-US" dirty="0"/>
            <a:t>Processing task</a:t>
          </a:r>
        </a:p>
        <a:p>
          <a:r>
            <a:rPr lang="en-US" dirty="0"/>
            <a:t>(25 trials * 4 steps)</a:t>
          </a:r>
        </a:p>
      </dgm:t>
    </dgm:pt>
    <dgm:pt modelId="{4615B1B0-4513-3545-9FB4-959F435A4440}" type="parTrans" cxnId="{71AD445A-7CD4-8146-BBC3-57699F6CCA6B}">
      <dgm:prSet/>
      <dgm:spPr/>
      <dgm:t>
        <a:bodyPr/>
        <a:lstStyle/>
        <a:p>
          <a:endParaRPr lang="en-US"/>
        </a:p>
      </dgm:t>
    </dgm:pt>
    <dgm:pt modelId="{DDF6BCCF-3DD2-6C40-8E95-EB8E1865C535}" type="sibTrans" cxnId="{71AD445A-7CD4-8146-BBC3-57699F6CCA6B}">
      <dgm:prSet/>
      <dgm:spPr/>
      <dgm:t>
        <a:bodyPr/>
        <a:lstStyle/>
        <a:p>
          <a:endParaRPr lang="en-US"/>
        </a:p>
      </dgm:t>
    </dgm:pt>
    <dgm:pt modelId="{42AD23CF-8C67-9440-84C4-0973BB70A41D}">
      <dgm:prSet phldrT="[Text]"/>
      <dgm:spPr>
        <a:solidFill>
          <a:srgbClr val="8FC1A9"/>
        </a:solidFill>
      </dgm:spPr>
      <dgm:t>
        <a:bodyPr/>
        <a:lstStyle/>
        <a:p>
          <a:r>
            <a:rPr lang="en-US" dirty="0"/>
            <a:t>Processing task</a:t>
          </a:r>
          <a:br>
            <a:rPr lang="en-US" dirty="0"/>
          </a:br>
          <a:r>
            <a:rPr lang="en-US" dirty="0"/>
            <a:t>+</a:t>
          </a:r>
          <a:br>
            <a:rPr lang="en-US" dirty="0"/>
          </a:br>
          <a:r>
            <a:rPr lang="en-US" dirty="0"/>
            <a:t>Memory task</a:t>
          </a:r>
        </a:p>
        <a:p>
          <a:r>
            <a:rPr lang="en-US" dirty="0"/>
            <a:t>(15 trials)</a:t>
          </a:r>
        </a:p>
      </dgm:t>
    </dgm:pt>
    <dgm:pt modelId="{22116DD8-3332-B743-BF51-3E09F5894C38}" type="parTrans" cxnId="{6E25DA2A-D384-024C-99D1-6FE718A30896}">
      <dgm:prSet/>
      <dgm:spPr/>
      <dgm:t>
        <a:bodyPr/>
        <a:lstStyle/>
        <a:p>
          <a:endParaRPr lang="en-US"/>
        </a:p>
      </dgm:t>
    </dgm:pt>
    <dgm:pt modelId="{B6689F8D-45CB-9741-B7E3-F86B237EAAE8}" type="sibTrans" cxnId="{6E25DA2A-D384-024C-99D1-6FE718A30896}">
      <dgm:prSet/>
      <dgm:spPr/>
      <dgm:t>
        <a:bodyPr/>
        <a:lstStyle/>
        <a:p>
          <a:endParaRPr lang="en-US"/>
        </a:p>
      </dgm:t>
    </dgm:pt>
    <dgm:pt modelId="{2072AA7E-F73C-BE47-8F2F-01BE07914CC8}" type="pres">
      <dgm:prSet presAssocID="{F37402DE-121B-574B-80D3-AECE1F70B3E1}" presName="Name0" presStyleCnt="0">
        <dgm:presLayoutVars>
          <dgm:dir/>
          <dgm:resizeHandles val="exact"/>
        </dgm:presLayoutVars>
      </dgm:prSet>
      <dgm:spPr/>
    </dgm:pt>
    <dgm:pt modelId="{3DDE87A3-5D7A-464C-9F3B-A0BE473CFE8F}" type="pres">
      <dgm:prSet presAssocID="{BF849E9F-EA03-BC49-A5D7-AB6D65EA8CC8}" presName="node" presStyleLbl="node1" presStyleIdx="0" presStyleCnt="2">
        <dgm:presLayoutVars>
          <dgm:bulletEnabled val="1"/>
        </dgm:presLayoutVars>
      </dgm:prSet>
      <dgm:spPr/>
    </dgm:pt>
    <dgm:pt modelId="{A160C6EC-4E9F-D34F-A240-2644908FD49C}" type="pres">
      <dgm:prSet presAssocID="{DDF6BCCF-3DD2-6C40-8E95-EB8E1865C535}" presName="sibTrans" presStyleLbl="sibTrans2D1" presStyleIdx="0" presStyleCnt="1"/>
      <dgm:spPr/>
    </dgm:pt>
    <dgm:pt modelId="{09BFF892-7A54-AC45-841D-19611CE5FCE8}" type="pres">
      <dgm:prSet presAssocID="{DDF6BCCF-3DD2-6C40-8E95-EB8E1865C535}" presName="connectorText" presStyleLbl="sibTrans2D1" presStyleIdx="0" presStyleCnt="1"/>
      <dgm:spPr/>
    </dgm:pt>
    <dgm:pt modelId="{EA75BB2E-78B9-7444-9718-30928888CB6C}" type="pres">
      <dgm:prSet presAssocID="{42AD23CF-8C67-9440-84C4-0973BB70A41D}" presName="node" presStyleLbl="node1" presStyleIdx="1" presStyleCnt="2">
        <dgm:presLayoutVars>
          <dgm:bulletEnabled val="1"/>
        </dgm:presLayoutVars>
      </dgm:prSet>
      <dgm:spPr/>
    </dgm:pt>
  </dgm:ptLst>
  <dgm:cxnLst>
    <dgm:cxn modelId="{D00EE700-5678-394E-854E-0AB41FDB4321}" type="presOf" srcId="{BF849E9F-EA03-BC49-A5D7-AB6D65EA8CC8}" destId="{3DDE87A3-5D7A-464C-9F3B-A0BE473CFE8F}" srcOrd="0" destOrd="0" presId="urn:microsoft.com/office/officeart/2005/8/layout/process1"/>
    <dgm:cxn modelId="{0B5EC622-D82E-6A4E-8C56-FA1EA129F044}" type="presOf" srcId="{F37402DE-121B-574B-80D3-AECE1F70B3E1}" destId="{2072AA7E-F73C-BE47-8F2F-01BE07914CC8}" srcOrd="0" destOrd="0" presId="urn:microsoft.com/office/officeart/2005/8/layout/process1"/>
    <dgm:cxn modelId="{6E25DA2A-D384-024C-99D1-6FE718A30896}" srcId="{F37402DE-121B-574B-80D3-AECE1F70B3E1}" destId="{42AD23CF-8C67-9440-84C4-0973BB70A41D}" srcOrd="1" destOrd="0" parTransId="{22116DD8-3332-B743-BF51-3E09F5894C38}" sibTransId="{B6689F8D-45CB-9741-B7E3-F86B237EAAE8}"/>
    <dgm:cxn modelId="{71AD445A-7CD4-8146-BBC3-57699F6CCA6B}" srcId="{F37402DE-121B-574B-80D3-AECE1F70B3E1}" destId="{BF849E9F-EA03-BC49-A5D7-AB6D65EA8CC8}" srcOrd="0" destOrd="0" parTransId="{4615B1B0-4513-3545-9FB4-959F435A4440}" sibTransId="{DDF6BCCF-3DD2-6C40-8E95-EB8E1865C535}"/>
    <dgm:cxn modelId="{98DB6494-4D41-7047-88DC-15E92B8C160B}" type="presOf" srcId="{DDF6BCCF-3DD2-6C40-8E95-EB8E1865C535}" destId="{09BFF892-7A54-AC45-841D-19611CE5FCE8}" srcOrd="1" destOrd="0" presId="urn:microsoft.com/office/officeart/2005/8/layout/process1"/>
    <dgm:cxn modelId="{6AF5ED97-1CEB-884A-9115-8887BC8700FA}" type="presOf" srcId="{DDF6BCCF-3DD2-6C40-8E95-EB8E1865C535}" destId="{A160C6EC-4E9F-D34F-A240-2644908FD49C}" srcOrd="0" destOrd="0" presId="urn:microsoft.com/office/officeart/2005/8/layout/process1"/>
    <dgm:cxn modelId="{2CF922DC-E364-EC4C-B18A-C48B0A1A0878}" type="presOf" srcId="{42AD23CF-8C67-9440-84C4-0973BB70A41D}" destId="{EA75BB2E-78B9-7444-9718-30928888CB6C}" srcOrd="0" destOrd="0" presId="urn:microsoft.com/office/officeart/2005/8/layout/process1"/>
    <dgm:cxn modelId="{BC1B85B7-BE34-F740-8C71-E221D4983F0E}" type="presParOf" srcId="{2072AA7E-F73C-BE47-8F2F-01BE07914CC8}" destId="{3DDE87A3-5D7A-464C-9F3B-A0BE473CFE8F}" srcOrd="0" destOrd="0" presId="urn:microsoft.com/office/officeart/2005/8/layout/process1"/>
    <dgm:cxn modelId="{C7F08FD4-BED1-1C4C-BBF2-C7B5D98D08BE}" type="presParOf" srcId="{2072AA7E-F73C-BE47-8F2F-01BE07914CC8}" destId="{A160C6EC-4E9F-D34F-A240-2644908FD49C}" srcOrd="1" destOrd="0" presId="urn:microsoft.com/office/officeart/2005/8/layout/process1"/>
    <dgm:cxn modelId="{B32B20D9-C8DC-8A46-A604-1D927041C6D4}" type="presParOf" srcId="{A160C6EC-4E9F-D34F-A240-2644908FD49C}" destId="{09BFF892-7A54-AC45-841D-19611CE5FCE8}" srcOrd="0" destOrd="0" presId="urn:microsoft.com/office/officeart/2005/8/layout/process1"/>
    <dgm:cxn modelId="{B331ECE7-ED1F-E54F-A073-C5C3DA4D17D4}" type="presParOf" srcId="{2072AA7E-F73C-BE47-8F2F-01BE07914CC8}" destId="{EA75BB2E-78B9-7444-9718-30928888CB6C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E87A3-5D7A-464C-9F3B-A0BE473CFE8F}">
      <dsp:nvSpPr>
        <dsp:cNvPr id="0" name=""/>
        <dsp:cNvSpPr/>
      </dsp:nvSpPr>
      <dsp:spPr>
        <a:xfrm>
          <a:off x="1587" y="0"/>
          <a:ext cx="3385343" cy="2016224"/>
        </a:xfrm>
        <a:prstGeom prst="roundRect">
          <a:avLst>
            <a:gd name="adj" fmla="val 10000"/>
          </a:avLst>
        </a:prstGeom>
        <a:solidFill>
          <a:srgbClr val="FFBF7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Processing task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(25 trials * 4 steps)</a:t>
          </a:r>
        </a:p>
      </dsp:txBody>
      <dsp:txXfrm>
        <a:off x="60640" y="59053"/>
        <a:ext cx="3267237" cy="1898118"/>
      </dsp:txXfrm>
    </dsp:sp>
    <dsp:sp modelId="{A160C6EC-4E9F-D34F-A240-2644908FD49C}">
      <dsp:nvSpPr>
        <dsp:cNvPr id="0" name=""/>
        <dsp:cNvSpPr/>
      </dsp:nvSpPr>
      <dsp:spPr>
        <a:xfrm>
          <a:off x="3725465" y="588329"/>
          <a:ext cx="717692" cy="8395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725465" y="756242"/>
        <a:ext cx="502384" cy="503739"/>
      </dsp:txXfrm>
    </dsp:sp>
    <dsp:sp modelId="{EA75BB2E-78B9-7444-9718-30928888CB6C}">
      <dsp:nvSpPr>
        <dsp:cNvPr id="0" name=""/>
        <dsp:cNvSpPr/>
      </dsp:nvSpPr>
      <dsp:spPr>
        <a:xfrm>
          <a:off x="4741068" y="0"/>
          <a:ext cx="3385343" cy="2016224"/>
        </a:xfrm>
        <a:prstGeom prst="roundRect">
          <a:avLst>
            <a:gd name="adj" fmla="val 10000"/>
          </a:avLst>
        </a:prstGeom>
        <a:solidFill>
          <a:srgbClr val="8FC1A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Processing task</a:t>
          </a:r>
          <a:br>
            <a:rPr lang="en-US" sz="2700" kern="1200" dirty="0"/>
          </a:br>
          <a:r>
            <a:rPr lang="en-US" sz="2700" kern="1200" dirty="0"/>
            <a:t>+</a:t>
          </a:r>
          <a:br>
            <a:rPr lang="en-US" sz="2700" kern="1200" dirty="0"/>
          </a:br>
          <a:r>
            <a:rPr lang="en-US" sz="2700" kern="1200" dirty="0"/>
            <a:t>Memory task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(15 trials)</a:t>
          </a:r>
        </a:p>
      </dsp:txBody>
      <dsp:txXfrm>
        <a:off x="4800121" y="59053"/>
        <a:ext cx="3267237" cy="18981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585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endParaRPr lang="de-CH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975" y="652463"/>
            <a:ext cx="5786438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9763" y="4125913"/>
            <a:ext cx="5121275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585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fld id="{54E7F490-E965-9B42-AE49-DA4BC6E663B1}" type="slidenum">
              <a:rPr lang="de-CH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84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1226" y="1989138"/>
            <a:ext cx="10369551" cy="1295400"/>
          </a:xfrm>
        </p:spPr>
        <p:txBody>
          <a:bodyPr/>
          <a:lstStyle>
            <a:lvl1pPr>
              <a:defRPr sz="3900"/>
            </a:lvl1pPr>
          </a:lstStyle>
          <a:p>
            <a:pPr lvl="0"/>
            <a:r>
              <a:rPr lang="en-GB" altLang="zh-CN" noProof="0"/>
              <a:t>Click to edit Master title style</a:t>
            </a:r>
            <a:endParaRPr 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1226" y="3429000"/>
            <a:ext cx="10369551" cy="175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altLang="zh-CN" noProof="0"/>
              <a:t>Click to edit Master subtitle style</a:t>
            </a:r>
            <a:endParaRPr lang="en-US" noProof="0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B00D-2B0B-4FA2-A258-E1F4E7D9041F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53" userDrawn="1">
          <p15:clr>
            <a:srgbClr val="9FCC3B"/>
          </p15:clr>
        </p15:guide>
        <p15:guide id="2" orient="horz" pos="2160" userDrawn="1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white">
          <a:xfrm>
            <a:off x="0" y="1125538"/>
            <a:ext cx="12192000" cy="5732462"/>
          </a:xfrm>
          <a:prstGeom prst="rect">
            <a:avLst/>
          </a:prstGeom>
          <a:solidFill>
            <a:srgbClr val="A3AD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17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1226" y="1268414"/>
            <a:ext cx="10369551" cy="504826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11BC-6152-4315-B33F-C80A8FBDF65E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43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6" y="2205041"/>
            <a:ext cx="5005388" cy="3887787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291041" y="2205041"/>
            <a:ext cx="5005388" cy="3887787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06E3A2-04B2-4DD3-AAA1-A42AE5838B79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5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A807-0C67-4BAF-BFE8-143988B7864A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64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A807-0C67-4BAF-BFE8-143988B7864A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49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>
          <a:xfrm>
            <a:off x="192089" y="188914"/>
            <a:ext cx="11807824" cy="6480175"/>
          </a:xfrm>
        </p:spPr>
        <p:txBody>
          <a:bodyPr/>
          <a:lstStyle/>
          <a:p>
            <a:r>
              <a:rPr lang="en-GB" altLang="zh-CN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82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21" userDrawn="1">
          <p15:clr>
            <a:srgbClr val="9FCC3B"/>
          </p15:clr>
        </p15:guide>
        <p15:guide id="2" pos="7559" userDrawn="1">
          <p15:clr>
            <a:srgbClr val="9FCC3B"/>
          </p15:clr>
        </p15:guide>
        <p15:guide id="3" orient="horz" pos="119" userDrawn="1">
          <p15:clr>
            <a:srgbClr val="9FCC3B"/>
          </p15:clr>
        </p15:guide>
        <p15:guide id="4" orient="horz" pos="4201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9531-9C51-4B7E-993F-41DB8F023600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29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6" y="2205041"/>
            <a:ext cx="5005388" cy="3887787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291041" y="2205041"/>
            <a:ext cx="5005388" cy="3887787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06E3A2-04B2-4DD3-AAA1-A42AE5838B79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633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D0CD-B5B2-15CE-562D-97A320F7B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0808"/>
            <a:ext cx="9144000" cy="1440160"/>
          </a:xfrm>
        </p:spPr>
        <p:txBody>
          <a:bodyPr anchor="b">
            <a:normAutofit/>
          </a:bodyPr>
          <a:lstStyle>
            <a:lvl1pPr algn="ctr">
              <a:defRPr sz="4000" b="1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0E19B-7A69-3856-66A1-082F0E62B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5024"/>
            <a:ext cx="9144000" cy="1079698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289DF-D7E1-E266-36D2-28D3432A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fld id="{E7939D1F-D905-9247-AF94-385565A25677}" type="datetime5">
              <a:rPr lang="de-CH" smtClean="0"/>
              <a:pPr/>
              <a:t>26-03-26</a:t>
            </a:fld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37A68-7043-4073-9F6F-47585830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5580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ECD0-EF4D-0738-605E-CECE7893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260648"/>
            <a:ext cx="8354144" cy="48416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07EDA-CBFC-36A2-A35E-D54B6C0E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 dirty="0"/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322DD3A9-3D27-6008-4436-55E010784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6520" y="6356352"/>
            <a:ext cx="9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3219E-376E-B447-A9B9-C08FEF84DB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52903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2242B-13FD-7766-1D8C-57D9DA90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1EC32472-6C33-E863-93A8-6477EE696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6520" y="6356352"/>
            <a:ext cx="9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3219E-376E-B447-A9B9-C08FEF84DB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0687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ti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uzh_logo_e_pos_grau_1mm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5" y="142875"/>
            <a:ext cx="2027239" cy="68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5361" y="1088112"/>
            <a:ext cx="10369551" cy="504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6" y="2205041"/>
            <a:ext cx="10369551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1226" y="6524625"/>
            <a:ext cx="1246716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A456F339-3D89-431B-B52C-DECFFB55CC5F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52485" y="6524625"/>
            <a:ext cx="828291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r>
              <a:rPr lang="en-US" dirty="0"/>
              <a:t>Page </a:t>
            </a:r>
            <a:fld id="{9D46F3A4-F478-9440-BC8E-B732027F4C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0" y="908720"/>
            <a:ext cx="12192000" cy="0"/>
          </a:xfrm>
          <a:prstGeom prst="line">
            <a:avLst/>
          </a:prstGeom>
          <a:noFill/>
          <a:ln w="15875">
            <a:solidFill>
              <a:srgbClr val="A3ADB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4" r:id="rId5"/>
    <p:sldLayoutId id="2147483742" r:id="rId6"/>
    <p:sldLayoutId id="2147483658" r:id="rId7"/>
    <p:sldLayoutId id="2147483655" r:id="rId8"/>
    <p:sldLayoutId id="2147483741" r:id="rId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A5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41991" indent="-341991" algn="l" rtl="0" eaLnBrk="1" fontAlgn="base" hangingPunct="1">
        <a:spcBef>
          <a:spcPct val="40000"/>
        </a:spcBef>
        <a:spcAft>
          <a:spcPct val="0"/>
        </a:spcAft>
        <a:buFont typeface="Arial" panose="020B0604020202020204" pitchFamily="34" charset="0"/>
        <a:buChar char="–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683983" indent="-341991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2pPr>
      <a:lvl3pPr marL="1025974" indent="-341991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3pPr>
      <a:lvl4pPr marL="1367966" indent="-341991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4pPr>
      <a:lvl5pPr marL="1709957" indent="-341991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5pPr>
      <a:lvl6pPr marL="1895427" indent="-366704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6pPr>
      <a:lvl7pPr marL="2352616" indent="-366704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7pPr>
      <a:lvl8pPr marL="2809804" indent="-366704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8pPr>
      <a:lvl9pPr marL="3266993" indent="-366704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de-DE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5" userDrawn="1">
          <p15:clr>
            <a:srgbClr val="F26B43"/>
          </p15:clr>
        </p15:guide>
        <p15:guide id="2" pos="7107" userDrawn="1">
          <p15:clr>
            <a:srgbClr val="F26B43"/>
          </p15:clr>
        </p15:guide>
        <p15:guide id="3" orient="horz" pos="1389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3953" userDrawn="1">
          <p15:clr>
            <a:srgbClr val="5ACBF0"/>
          </p15:clr>
        </p15:guide>
        <p15:guide id="8" pos="3727" userDrawn="1">
          <p15:clr>
            <a:srgbClr val="5ACBF0"/>
          </p15:clr>
        </p15:guide>
        <p15:guide id="9" pos="2615" userDrawn="1">
          <p15:clr>
            <a:srgbClr val="5ACBF0"/>
          </p15:clr>
        </p15:guide>
        <p15:guide id="10" pos="2819" userDrawn="1">
          <p15:clr>
            <a:srgbClr val="5ACBF0"/>
          </p15:clr>
        </p15:guide>
        <p15:guide id="11" pos="4861" userDrawn="1">
          <p15:clr>
            <a:srgbClr val="5ACBF0"/>
          </p15:clr>
        </p15:guide>
        <p15:guide id="12" pos="5065" userDrawn="1">
          <p15:clr>
            <a:srgbClr val="5ACBF0"/>
          </p15:clr>
        </p15:guide>
        <p15:guide id="13" orient="horz" pos="709" userDrawn="1">
          <p15:clr>
            <a:srgbClr val="F26B43"/>
          </p15:clr>
        </p15:guide>
        <p15:guide id="14" orient="horz" pos="3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9D179-D5C3-7EF4-D02D-D5E700E6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3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0C44D-14C1-B3DD-5048-7F918F379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68961"/>
            <a:ext cx="10515600" cy="310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3275E465-8EAD-FECD-E359-7EA1AA7F9BD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480377" y="116634"/>
            <a:ext cx="2307332" cy="769111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F5E3FEE-8F2E-CC18-2E0B-8FC0E6940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EA2FA8-5325-28B0-53C5-11873708A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6520" y="6356352"/>
            <a:ext cx="9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3219E-376E-B447-A9B9-C08FEF84DBD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042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9" r:id="rId2"/>
    <p:sldLayoutId id="2147483750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12" Type="http://schemas.openxmlformats.org/officeDocument/2006/relationships/image" Target="../media/image52.pn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svg"/><Relationship Id="rId3" Type="http://schemas.openxmlformats.org/officeDocument/2006/relationships/image" Target="../media/image4.svg"/><Relationship Id="rId12" Type="http://schemas.openxmlformats.org/officeDocument/2006/relationships/image" Target="../media/image56.pn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5" Type="http://schemas.openxmlformats.org/officeDocument/2006/relationships/image" Target="../media/image59.pn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44C6-2144-A465-63FF-7720005E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Design</a:t>
            </a:r>
            <a:endParaRPr lang="en-CH" dirty="0"/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B678A9E-6A44-2D11-87D9-74B54C1BC163}"/>
              </a:ext>
            </a:extLst>
          </p:cNvPr>
          <p:cNvGrpSpPr/>
          <p:nvPr/>
        </p:nvGrpSpPr>
        <p:grpSpPr>
          <a:xfrm>
            <a:off x="537764" y="1412776"/>
            <a:ext cx="11116472" cy="4551427"/>
            <a:chOff x="119336" y="1628800"/>
            <a:chExt cx="11116472" cy="4551427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222E891-BDD2-0200-7AEA-2C0C626F8909}"/>
                </a:ext>
              </a:extLst>
            </p:cNvPr>
            <p:cNvGrpSpPr/>
            <p:nvPr/>
          </p:nvGrpSpPr>
          <p:grpSpPr>
            <a:xfrm>
              <a:off x="2705038" y="1630960"/>
              <a:ext cx="1899448" cy="1710958"/>
              <a:chOff x="1516212" y="3212976"/>
              <a:chExt cx="1899448" cy="171095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84A12BE-7D42-902E-D2F9-75C3A07591CA}"/>
                  </a:ext>
                </a:extLst>
              </p:cNvPr>
              <p:cNvGrpSpPr/>
              <p:nvPr/>
            </p:nvGrpSpPr>
            <p:grpSpPr>
              <a:xfrm>
                <a:off x="1516212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60451C0-9A60-7C2E-0267-37918A69C1EB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3E1BFD17-DA7A-FD0C-DDF0-5E495613500D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15" name="Graphic 14" descr="Fox with solid fill">
                    <a:extLst>
                      <a:ext uri="{FF2B5EF4-FFF2-40B4-BE49-F238E27FC236}">
                        <a16:creationId xmlns:a16="http://schemas.microsoft.com/office/drawing/2014/main" id="{12E8CE6F-226C-64A3-6A20-D7AF2BE764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16" name="Graphic 15" descr="Avocado with solid fill">
                    <a:extLst>
                      <a:ext uri="{FF2B5EF4-FFF2-40B4-BE49-F238E27FC236}">
                        <a16:creationId xmlns:a16="http://schemas.microsoft.com/office/drawing/2014/main" id="{02EF8209-4596-CF1E-AF19-D29639D9A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A6A9FB6-8A32-CCF2-40E1-679505542C58}"/>
                  </a:ext>
                </a:extLst>
              </p:cNvPr>
              <p:cNvSpPr txBox="1"/>
              <p:nvPr/>
            </p:nvSpPr>
            <p:spPr>
              <a:xfrm>
                <a:off x="2112314" y="4569991"/>
                <a:ext cx="707245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None</a:t>
                </a: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9D9A8E00-D6F1-5F06-7CF0-56ABB6B99E55}"/>
                </a:ext>
              </a:extLst>
            </p:cNvPr>
            <p:cNvGrpSpPr/>
            <p:nvPr/>
          </p:nvGrpSpPr>
          <p:grpSpPr>
            <a:xfrm>
              <a:off x="4915479" y="1630960"/>
              <a:ext cx="1899448" cy="1710958"/>
              <a:chOff x="3936255" y="3212976"/>
              <a:chExt cx="1899448" cy="171095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1B60E40-A630-79DD-19B0-EDDECDFFF5CF}"/>
                  </a:ext>
                </a:extLst>
              </p:cNvPr>
              <p:cNvGrpSpPr/>
              <p:nvPr/>
            </p:nvGrpSpPr>
            <p:grpSpPr>
              <a:xfrm>
                <a:off x="3936255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F00F2FBB-BD86-9475-62E6-BF5180A170C5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Click on the white fox</a:t>
                  </a:r>
                </a:p>
              </p:txBody>
            </p: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C5A4AA3C-0B58-797F-4A5E-AC02177E6F04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42" name="Graphic 41" descr="Fox with solid fill">
                    <a:extLst>
                      <a:ext uri="{FF2B5EF4-FFF2-40B4-BE49-F238E27FC236}">
                        <a16:creationId xmlns:a16="http://schemas.microsoft.com/office/drawing/2014/main" id="{50BC795A-C402-3289-6B72-66622100BD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43" name="Graphic 42" descr="Avocado with solid fill">
                    <a:extLst>
                      <a:ext uri="{FF2B5EF4-FFF2-40B4-BE49-F238E27FC236}">
                        <a16:creationId xmlns:a16="http://schemas.microsoft.com/office/drawing/2014/main" id="{6B98EACD-7CF1-5FB2-8197-91AEF7362C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A62709B-E4E0-4AD9-E469-56B744DF7CBD}"/>
                  </a:ext>
                </a:extLst>
              </p:cNvPr>
              <p:cNvSpPr txBox="1"/>
              <p:nvPr/>
            </p:nvSpPr>
            <p:spPr>
              <a:xfrm>
                <a:off x="4720709" y="4569991"/>
                <a:ext cx="330539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7B234324-AD41-C411-ED6B-1C4A2624C433}"/>
                </a:ext>
              </a:extLst>
            </p:cNvPr>
            <p:cNvGrpSpPr/>
            <p:nvPr/>
          </p:nvGrpSpPr>
          <p:grpSpPr>
            <a:xfrm>
              <a:off x="7125920" y="1630961"/>
              <a:ext cx="1899448" cy="1710957"/>
              <a:chOff x="6356298" y="3212976"/>
              <a:chExt cx="1899448" cy="171095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AABB31E-6A82-9793-651B-E04E701DB398}"/>
                  </a:ext>
                </a:extLst>
              </p:cNvPr>
              <p:cNvGrpSpPr/>
              <p:nvPr/>
            </p:nvGrpSpPr>
            <p:grpSpPr>
              <a:xfrm>
                <a:off x="6356298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4FBF7BA1-05E4-FEDD-1540-FACBBC6FE516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860D5C83-EEF1-AAFC-5CAF-81597ED77B3D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49" name="Graphic 48" descr="Fox with solid fill">
                    <a:extLst>
                      <a:ext uri="{FF2B5EF4-FFF2-40B4-BE49-F238E27FC236}">
                        <a16:creationId xmlns:a16="http://schemas.microsoft.com/office/drawing/2014/main" id="{0DB52AEC-A2C4-1101-F9FC-DCA61DDE46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50" name="Graphic 49" descr="Avocado with solid fill">
                    <a:extLst>
                      <a:ext uri="{FF2B5EF4-FFF2-40B4-BE49-F238E27FC236}">
                        <a16:creationId xmlns:a16="http://schemas.microsoft.com/office/drawing/2014/main" id="{DB6F2664-C7A2-4751-444E-7B09883C3E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86ACAAC-E13B-464E-C362-5F32D6AF64AF}"/>
                  </a:ext>
                </a:extLst>
              </p:cNvPr>
              <p:cNvSpPr txBox="1"/>
              <p:nvPr/>
            </p:nvSpPr>
            <p:spPr>
              <a:xfrm>
                <a:off x="7022930" y="4569990"/>
                <a:ext cx="566182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5E7782F-2726-941D-7480-33ED3DA43EDE}"/>
                </a:ext>
              </a:extLst>
            </p:cNvPr>
            <p:cNvGrpSpPr/>
            <p:nvPr/>
          </p:nvGrpSpPr>
          <p:grpSpPr>
            <a:xfrm>
              <a:off x="9336360" y="1628800"/>
              <a:ext cx="1899448" cy="1715279"/>
              <a:chOff x="8776340" y="3212976"/>
              <a:chExt cx="1899448" cy="1715279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83D82B26-2341-0895-9717-5014108E8851}"/>
                  </a:ext>
                </a:extLst>
              </p:cNvPr>
              <p:cNvGrpSpPr/>
              <p:nvPr/>
            </p:nvGrpSpPr>
            <p:grpSpPr>
              <a:xfrm>
                <a:off x="8776340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FC7CFD2-D27A-DF2A-6953-629EB63EDA98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4F2B3A9B-2F34-BA63-A30B-04729D4429F5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56" name="Graphic 55" descr="Ambulance with solid fill">
                    <a:extLst>
                      <a:ext uri="{FF2B5EF4-FFF2-40B4-BE49-F238E27FC236}">
                        <a16:creationId xmlns:a16="http://schemas.microsoft.com/office/drawing/2014/main" id="{CE6BE05C-A621-2556-27E0-D7F5E7DD4D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57" name="Graphic 56" descr="Avocado with solid fill">
                    <a:extLst>
                      <a:ext uri="{FF2B5EF4-FFF2-40B4-BE49-F238E27FC236}">
                        <a16:creationId xmlns:a16="http://schemas.microsoft.com/office/drawing/2014/main" id="{9C5F92CF-2F8D-A03C-9716-03CE07CD30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1F0AEBF-D1E9-0BFB-42E0-EAC5E7144D79}"/>
                  </a:ext>
                </a:extLst>
              </p:cNvPr>
              <p:cNvSpPr txBox="1"/>
              <p:nvPr/>
            </p:nvSpPr>
            <p:spPr>
              <a:xfrm>
                <a:off x="9301108" y="4574312"/>
                <a:ext cx="84991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S+J+D</a:t>
                </a:r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D35F019-0CB7-E207-4245-FC4C5C6F31CE}"/>
                </a:ext>
              </a:extLst>
            </p:cNvPr>
            <p:cNvSpPr txBox="1"/>
            <p:nvPr/>
          </p:nvSpPr>
          <p:spPr>
            <a:xfrm>
              <a:off x="119336" y="4005064"/>
              <a:ext cx="189667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Simple Response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CAC5E14-0CF6-DEAB-1A64-659E76339033}"/>
                </a:ext>
              </a:extLst>
            </p:cNvPr>
            <p:cNvSpPr txBox="1"/>
            <p:nvPr/>
          </p:nvSpPr>
          <p:spPr>
            <a:xfrm>
              <a:off x="119336" y="4869160"/>
              <a:ext cx="175240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Size Judgement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1B4FA352-4631-E5AD-2654-3672E7D450DC}"/>
                </a:ext>
              </a:extLst>
            </p:cNvPr>
            <p:cNvSpPr txBox="1"/>
            <p:nvPr/>
          </p:nvSpPr>
          <p:spPr>
            <a:xfrm>
              <a:off x="119336" y="5733256"/>
              <a:ext cx="2443298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Encoding of Distractors</a:t>
              </a:r>
            </a:p>
          </p:txBody>
        </p:sp>
        <p:pic>
          <p:nvPicPr>
            <p:cNvPr id="143" name="Graphic 142" descr="Badge Tick1 with solid fill">
              <a:extLst>
                <a:ext uri="{FF2B5EF4-FFF2-40B4-BE49-F238E27FC236}">
                  <a16:creationId xmlns:a16="http://schemas.microsoft.com/office/drawing/2014/main" id="{C02E142D-11E5-A31D-07CD-EE93EDD36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03470" y="3912035"/>
              <a:ext cx="540000" cy="540000"/>
            </a:xfrm>
            <a:prstGeom prst="rect">
              <a:avLst/>
            </a:prstGeom>
          </p:spPr>
        </p:pic>
        <p:pic>
          <p:nvPicPr>
            <p:cNvPr id="144" name="Graphic 143" descr="Badge Tick1 with solid fill">
              <a:extLst>
                <a:ext uri="{FF2B5EF4-FFF2-40B4-BE49-F238E27FC236}">
                  <a16:creationId xmlns:a16="http://schemas.microsoft.com/office/drawing/2014/main" id="{7CAEFCE9-2048-3FA2-C7ED-CF03495092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5643" y="3912035"/>
              <a:ext cx="540000" cy="540000"/>
            </a:xfrm>
            <a:prstGeom prst="rect">
              <a:avLst/>
            </a:prstGeom>
          </p:spPr>
        </p:pic>
        <p:pic>
          <p:nvPicPr>
            <p:cNvPr id="145" name="Graphic 144" descr="Badge Tick1 with solid fill">
              <a:extLst>
                <a:ext uri="{FF2B5EF4-FFF2-40B4-BE49-F238E27FC236}">
                  <a16:creationId xmlns:a16="http://schemas.microsoft.com/office/drawing/2014/main" id="{596625F9-2C81-E4D1-2923-FEE4CE77FE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24351" y="3912035"/>
              <a:ext cx="540000" cy="540000"/>
            </a:xfrm>
            <a:prstGeom prst="rect">
              <a:avLst/>
            </a:prstGeom>
          </p:spPr>
        </p:pic>
        <p:pic>
          <p:nvPicPr>
            <p:cNvPr id="148" name="Graphic 147" descr="Badge Cross with solid fill">
              <a:extLst>
                <a:ext uri="{FF2B5EF4-FFF2-40B4-BE49-F238E27FC236}">
                  <a16:creationId xmlns:a16="http://schemas.microsoft.com/office/drawing/2014/main" id="{F9C601E0-8D28-37BE-F990-0F4585401D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84761" y="3912035"/>
              <a:ext cx="540000" cy="540000"/>
            </a:xfrm>
            <a:prstGeom prst="rect">
              <a:avLst/>
            </a:prstGeom>
          </p:spPr>
        </p:pic>
        <p:pic>
          <p:nvPicPr>
            <p:cNvPr id="149" name="Graphic 148" descr="Badge Cross with solid fill">
              <a:extLst>
                <a:ext uri="{FF2B5EF4-FFF2-40B4-BE49-F238E27FC236}">
                  <a16:creationId xmlns:a16="http://schemas.microsoft.com/office/drawing/2014/main" id="{81678782-417C-A127-FB5D-55EAA24374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87949" y="4776131"/>
              <a:ext cx="540000" cy="540000"/>
            </a:xfrm>
            <a:prstGeom prst="rect">
              <a:avLst/>
            </a:prstGeom>
          </p:spPr>
        </p:pic>
        <p:pic>
          <p:nvPicPr>
            <p:cNvPr id="150" name="Graphic 149" descr="Badge Cross with solid fill">
              <a:extLst>
                <a:ext uri="{FF2B5EF4-FFF2-40B4-BE49-F238E27FC236}">
                  <a16:creationId xmlns:a16="http://schemas.microsoft.com/office/drawing/2014/main" id="{03E190A9-1A25-AACB-EA3F-807CEDF8C4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84761" y="5640227"/>
              <a:ext cx="540000" cy="540000"/>
            </a:xfrm>
            <a:prstGeom prst="rect">
              <a:avLst/>
            </a:prstGeom>
          </p:spPr>
        </p:pic>
        <p:pic>
          <p:nvPicPr>
            <p:cNvPr id="151" name="Graphic 150" descr="Badge Cross with solid fill">
              <a:extLst>
                <a:ext uri="{FF2B5EF4-FFF2-40B4-BE49-F238E27FC236}">
                  <a16:creationId xmlns:a16="http://schemas.microsoft.com/office/drawing/2014/main" id="{98548650-E505-7531-6D5E-2034E7BF4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03470" y="4776131"/>
              <a:ext cx="540000" cy="540000"/>
            </a:xfrm>
            <a:prstGeom prst="rect">
              <a:avLst/>
            </a:prstGeom>
          </p:spPr>
        </p:pic>
        <p:pic>
          <p:nvPicPr>
            <p:cNvPr id="152" name="Graphic 151" descr="Badge Cross with solid fill">
              <a:extLst>
                <a:ext uri="{FF2B5EF4-FFF2-40B4-BE49-F238E27FC236}">
                  <a16:creationId xmlns:a16="http://schemas.microsoft.com/office/drawing/2014/main" id="{F93AE040-665A-8E6F-F95C-F6368419CE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708055" y="5640227"/>
              <a:ext cx="540000" cy="540000"/>
            </a:xfrm>
            <a:prstGeom prst="rect">
              <a:avLst/>
            </a:prstGeom>
          </p:spPr>
        </p:pic>
        <p:pic>
          <p:nvPicPr>
            <p:cNvPr id="153" name="Graphic 152" descr="Badge Cross with solid fill">
              <a:extLst>
                <a:ext uri="{FF2B5EF4-FFF2-40B4-BE49-F238E27FC236}">
                  <a16:creationId xmlns:a16="http://schemas.microsoft.com/office/drawing/2014/main" id="{3FDDC8E7-5818-9DEB-F132-80E65EF188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5643" y="5640227"/>
              <a:ext cx="540000" cy="540000"/>
            </a:xfrm>
            <a:prstGeom prst="rect">
              <a:avLst/>
            </a:prstGeom>
          </p:spPr>
        </p:pic>
        <p:pic>
          <p:nvPicPr>
            <p:cNvPr id="154" name="Graphic 153" descr="Badge Tick1 with solid fill">
              <a:extLst>
                <a:ext uri="{FF2B5EF4-FFF2-40B4-BE49-F238E27FC236}">
                  <a16:creationId xmlns:a16="http://schemas.microsoft.com/office/drawing/2014/main" id="{F2751C29-CF16-356D-A1D1-A44A9D3C27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5643" y="4778829"/>
              <a:ext cx="540000" cy="540000"/>
            </a:xfrm>
            <a:prstGeom prst="rect">
              <a:avLst/>
            </a:prstGeom>
          </p:spPr>
        </p:pic>
        <p:pic>
          <p:nvPicPr>
            <p:cNvPr id="155" name="Graphic 154" descr="Badge Tick1 with solid fill">
              <a:extLst>
                <a:ext uri="{FF2B5EF4-FFF2-40B4-BE49-F238E27FC236}">
                  <a16:creationId xmlns:a16="http://schemas.microsoft.com/office/drawing/2014/main" id="{EB6A89BF-79CA-8DB2-1385-0D26BD1D4E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24351" y="4776131"/>
              <a:ext cx="540000" cy="540000"/>
            </a:xfrm>
            <a:prstGeom prst="rect">
              <a:avLst/>
            </a:prstGeom>
          </p:spPr>
        </p:pic>
        <p:pic>
          <p:nvPicPr>
            <p:cNvPr id="156" name="Graphic 155" descr="Badge Tick1 with solid fill">
              <a:extLst>
                <a:ext uri="{FF2B5EF4-FFF2-40B4-BE49-F238E27FC236}">
                  <a16:creationId xmlns:a16="http://schemas.microsoft.com/office/drawing/2014/main" id="{DAB04A8D-4630-C11F-1650-3D0626D60E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24351" y="5640227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750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19910-27C3-21EA-D33B-842AECFC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083C-9CDA-C2EE-8E14-01CD6A33B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Procedure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82166B6-7830-DB38-2205-A3512AEAC0D2}"/>
              </a:ext>
            </a:extLst>
          </p:cNvPr>
          <p:cNvGrpSpPr/>
          <p:nvPr/>
        </p:nvGrpSpPr>
        <p:grpSpPr>
          <a:xfrm>
            <a:off x="966998" y="1130841"/>
            <a:ext cx="10224956" cy="4962455"/>
            <a:chOff x="966998" y="1130841"/>
            <a:chExt cx="10224956" cy="496245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2CE070-344A-665F-0CE0-C87FEFB3C6BE}"/>
                </a:ext>
              </a:extLst>
            </p:cNvPr>
            <p:cNvGrpSpPr/>
            <p:nvPr/>
          </p:nvGrpSpPr>
          <p:grpSpPr>
            <a:xfrm>
              <a:off x="966998" y="4341488"/>
              <a:ext cx="10224956" cy="1607792"/>
              <a:chOff x="966998" y="3322810"/>
              <a:chExt cx="10224956" cy="1607792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EF6F2AB-9FE6-C3C0-5B06-4D5552A2B003}"/>
                  </a:ext>
                </a:extLst>
              </p:cNvPr>
              <p:cNvGrpSpPr/>
              <p:nvPr/>
            </p:nvGrpSpPr>
            <p:grpSpPr>
              <a:xfrm>
                <a:off x="966998" y="3322810"/>
                <a:ext cx="1950493" cy="1591917"/>
                <a:chOff x="740860" y="1066775"/>
                <a:chExt cx="1950493" cy="1591917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BB3012D2-F35A-01AC-2D5D-D59F7A3E14B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3753" y="1066775"/>
                  <a:ext cx="1947600" cy="126995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H" sz="900" dirty="0">
                      <a:solidFill>
                        <a:schemeClr val="tx1"/>
                      </a:solidFill>
                    </a:rPr>
                    <a:t>The next trial will start in </a:t>
                  </a:r>
                  <a:r>
                    <a:rPr lang="en-CH" sz="900" dirty="0">
                      <a:solidFill>
                        <a:srgbClr val="FF0000"/>
                      </a:solidFill>
                    </a:rPr>
                    <a:t>8</a:t>
                  </a:r>
                  <a:r>
                    <a:rPr lang="en-CH" sz="900" dirty="0">
                      <a:solidFill>
                        <a:schemeClr val="tx1"/>
                      </a:solidFill>
                    </a:rPr>
                    <a:t> s</a:t>
                  </a:r>
                </a:p>
                <a:p>
                  <a:pPr algn="ctr"/>
                  <a:r>
                    <a:rPr lang="en-GB" sz="900" dirty="0">
                      <a:solidFill>
                        <a:schemeClr val="tx1"/>
                      </a:solidFill>
                    </a:rPr>
                    <a:t>Press the space bar to start directly.</a:t>
                  </a:r>
                  <a:endParaRPr lang="en-CH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E137188-8739-476C-4138-3CE8D5B5A156}"/>
                    </a:ext>
                  </a:extLst>
                </p:cNvPr>
                <p:cNvSpPr txBox="1"/>
                <p:nvPr/>
              </p:nvSpPr>
              <p:spPr>
                <a:xfrm>
                  <a:off x="740860" y="2381693"/>
                  <a:ext cx="8515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H" sz="1200" dirty="0"/>
                    <a:t>Max. 10 s</a:t>
                  </a:r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9AE77E1F-D159-C82C-5174-5C47C52A28EE}"/>
                  </a:ext>
                </a:extLst>
              </p:cNvPr>
              <p:cNvGrpSpPr/>
              <p:nvPr/>
            </p:nvGrpSpPr>
            <p:grpSpPr>
              <a:xfrm>
                <a:off x="2306768" y="3322810"/>
                <a:ext cx="2005813" cy="1592168"/>
                <a:chOff x="1677520" y="2037586"/>
                <a:chExt cx="2005813" cy="1592168"/>
              </a:xfrm>
              <a:scene3d>
                <a:camera prst="orthographicFront">
                  <a:rot lat="21000000" lon="2400000" rev="0"/>
                </a:camera>
                <a:lightRig rig="threePt" dir="t"/>
              </a:scene3d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D7FE0C5F-C7B5-B670-1336-A3A7FCAA83E2}"/>
                    </a:ext>
                  </a:extLst>
                </p:cNvPr>
                <p:cNvSpPr txBox="1"/>
                <p:nvPr/>
              </p:nvSpPr>
              <p:spPr>
                <a:xfrm>
                  <a:off x="1677520" y="3352755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dirty="0"/>
                    <a:t>2.5</a:t>
                  </a:r>
                  <a:r>
                    <a:rPr lang="zh-CN" altLang="en-US" sz="1200" dirty="0"/>
                    <a:t> </a:t>
                  </a:r>
                  <a:r>
                    <a:rPr lang="en-US" altLang="zh-CN" sz="1200" dirty="0"/>
                    <a:t>s</a:t>
                  </a:r>
                  <a:endParaRPr lang="en-CH" sz="1200" dirty="0"/>
                </a:p>
              </p:txBody>
            </p: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0D2DE0B1-2773-CCF1-DD09-A874E00F2531}"/>
                    </a:ext>
                  </a:extLst>
                </p:cNvPr>
                <p:cNvGrpSpPr/>
                <p:nvPr/>
              </p:nvGrpSpPr>
              <p:grpSpPr>
                <a:xfrm>
                  <a:off x="1735733" y="2037586"/>
                  <a:ext cx="1947600" cy="1269760"/>
                  <a:chOff x="1735733" y="2037586"/>
                  <a:chExt cx="1947600" cy="1269760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2283D1FE-6554-6D29-8995-3CFEC5213050}"/>
                      </a:ext>
                    </a:extLst>
                  </p:cNvPr>
                  <p:cNvSpPr/>
                  <p:nvPr/>
                </p:nvSpPr>
                <p:spPr>
                  <a:xfrm>
                    <a:off x="1735733" y="2037586"/>
                    <a:ext cx="1947600" cy="126976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 anchorCtr="0"/>
                  <a:lstStyle/>
                  <a:p>
                    <a:pPr algn="ctr"/>
                    <a:r>
                      <a:rPr lang="en-CH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pic>
                <p:nvPicPr>
                  <p:cNvPr id="98" name="Graphic 97" descr="Bells with solid fill">
                    <a:extLst>
                      <a:ext uri="{FF2B5EF4-FFF2-40B4-BE49-F238E27FC236}">
                        <a16:creationId xmlns:a16="http://schemas.microsoft.com/office/drawing/2014/main" id="{8F4F6B86-8A6D-BB91-5F3B-71C2DB110C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2840590" y="2374635"/>
                    <a:ext cx="588991" cy="588991"/>
                  </a:xfrm>
                  <a:prstGeom prst="rect">
                    <a:avLst/>
                  </a:prstGeom>
                </p:spPr>
              </p:pic>
              <p:pic>
                <p:nvPicPr>
                  <p:cNvPr id="136" name="Graphic 135" descr="Fox with solid fill">
                    <a:extLst>
                      <a:ext uri="{FF2B5EF4-FFF2-40B4-BE49-F238E27FC236}">
                        <a16:creationId xmlns:a16="http://schemas.microsoft.com/office/drawing/2014/main" id="{A4AC7345-07DE-5997-019A-2B19756EA0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1957861" y="2374634"/>
                    <a:ext cx="588991" cy="58899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C7217C1-802B-4FBC-E56C-A8754A96DD9F}"/>
                  </a:ext>
                </a:extLst>
              </p:cNvPr>
              <p:cNvGrpSpPr/>
              <p:nvPr/>
            </p:nvGrpSpPr>
            <p:grpSpPr>
              <a:xfrm>
                <a:off x="3701858" y="3322810"/>
                <a:ext cx="1950493" cy="1591917"/>
                <a:chOff x="740860" y="1066775"/>
                <a:chExt cx="1950493" cy="1591917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0DAB1C8-6E17-4BE6-1F24-28996F5A5D7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3753" y="1066775"/>
                  <a:ext cx="1947600" cy="126995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966668C-C2EF-F6CF-C20A-BCADDA288C41}"/>
                    </a:ext>
                  </a:extLst>
                </p:cNvPr>
                <p:cNvSpPr txBox="1"/>
                <p:nvPr/>
              </p:nvSpPr>
              <p:spPr>
                <a:xfrm>
                  <a:off x="740860" y="2381693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0.5 s</a:t>
                  </a:r>
                  <a:endParaRPr lang="en-CH" sz="1200" dirty="0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2E4ED8CF-5FB8-5708-0781-26D552F4D330}"/>
                  </a:ext>
                </a:extLst>
              </p:cNvPr>
              <p:cNvGrpSpPr/>
              <p:nvPr/>
            </p:nvGrpSpPr>
            <p:grpSpPr>
              <a:xfrm>
                <a:off x="5041628" y="3322810"/>
                <a:ext cx="2005813" cy="1592168"/>
                <a:chOff x="1771574" y="1620808"/>
                <a:chExt cx="2005813" cy="1592168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FD79985-92F9-1AC1-C945-F25C15D1D2AF}"/>
                    </a:ext>
                  </a:extLst>
                </p:cNvPr>
                <p:cNvGrpSpPr/>
                <p:nvPr/>
              </p:nvGrpSpPr>
              <p:grpSpPr>
                <a:xfrm>
                  <a:off x="1829787" y="1620808"/>
                  <a:ext cx="1947600" cy="1269760"/>
                  <a:chOff x="828170" y="1340768"/>
                  <a:chExt cx="1947600" cy="1269760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56077EDA-CFD0-8322-DE2B-7AAC52D479B9}"/>
                      </a:ext>
                    </a:extLst>
                  </p:cNvPr>
                  <p:cNvSpPr/>
                  <p:nvPr/>
                </p:nvSpPr>
                <p:spPr>
                  <a:xfrm>
                    <a:off x="828170" y="1340768"/>
                    <a:ext cx="1947600" cy="126976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 anchorCtr="0"/>
                  <a:lstStyle/>
                  <a:p>
                    <a:pPr algn="ctr"/>
                    <a:r>
                      <a:rPr lang="en-CH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597982BF-F514-EF59-2148-0C8D2C9E0E6E}"/>
                      </a:ext>
                    </a:extLst>
                  </p:cNvPr>
                  <p:cNvGrpSpPr/>
                  <p:nvPr/>
                </p:nvGrpSpPr>
                <p:grpSpPr>
                  <a:xfrm>
                    <a:off x="1081920" y="1677818"/>
                    <a:ext cx="1440099" cy="595657"/>
                    <a:chOff x="7984639" y="3411038"/>
                    <a:chExt cx="1848439" cy="764556"/>
                  </a:xfrm>
                </p:grpSpPr>
                <p:pic>
                  <p:nvPicPr>
                    <p:cNvPr id="80" name="Graphic 79" descr="Fox with solid fill">
                      <a:extLst>
                        <a:ext uri="{FF2B5EF4-FFF2-40B4-BE49-F238E27FC236}">
                          <a16:creationId xmlns:a16="http://schemas.microsoft.com/office/drawing/2014/main" id="{0C567F73-D7C1-D7BD-9C8F-75953F0FF17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9077079" y="3411038"/>
                      <a:ext cx="755999" cy="756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1" name="Graphic 80" descr="Baseball hat with solid fill">
                      <a:extLst>
                        <a:ext uri="{FF2B5EF4-FFF2-40B4-BE49-F238E27FC236}">
                          <a16:creationId xmlns:a16="http://schemas.microsoft.com/office/drawing/2014/main" id="{A0FD1F79-A18D-9A37-53B7-A9B0660F1F1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984639" y="3419594"/>
                      <a:ext cx="755999" cy="7560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E2928DF-1FEC-7D95-C96D-85501689B7F9}"/>
                    </a:ext>
                  </a:extLst>
                </p:cNvPr>
                <p:cNvSpPr txBox="1"/>
                <p:nvPr/>
              </p:nvSpPr>
              <p:spPr>
                <a:xfrm>
                  <a:off x="1771574" y="2935977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2.5 s</a:t>
                  </a:r>
                  <a:endParaRPr lang="en-CH" sz="1200" dirty="0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340C12E-8A98-CE34-94BD-FF7E5B5A026F}"/>
                  </a:ext>
                </a:extLst>
              </p:cNvPr>
              <p:cNvGrpSpPr/>
              <p:nvPr/>
            </p:nvGrpSpPr>
            <p:grpSpPr>
              <a:xfrm>
                <a:off x="6436718" y="3322810"/>
                <a:ext cx="2029472" cy="1607792"/>
                <a:chOff x="2833949" y="2174649"/>
                <a:chExt cx="2029472" cy="1607792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ED9C7080-2923-A995-20A5-646795B5E20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15821" y="2174649"/>
                  <a:ext cx="1947600" cy="12710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31F32BF8-E8DC-B4FA-40CF-2E5E5FC4BD4F}"/>
                    </a:ext>
                  </a:extLst>
                </p:cNvPr>
                <p:cNvSpPr txBox="1"/>
                <p:nvPr/>
              </p:nvSpPr>
              <p:spPr>
                <a:xfrm>
                  <a:off x="2833949" y="3505442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0.5 s</a:t>
                  </a:r>
                  <a:endParaRPr lang="en-CH" sz="1200" dirty="0"/>
                </a:p>
              </p:txBody>
            </p:sp>
          </p:grp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BD24E88-F244-6836-1F74-0F7BA7576DDE}"/>
                  </a:ext>
                </a:extLst>
              </p:cNvPr>
              <p:cNvSpPr/>
              <p:nvPr/>
            </p:nvSpPr>
            <p:spPr>
              <a:xfrm>
                <a:off x="7855467" y="3322810"/>
                <a:ext cx="1947600" cy="12710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  <a:scene3d>
                <a:camera prst="isometricRightUp">
                  <a:rot lat="21000000" lon="240000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H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FE872412-680C-2410-A205-9C77CD2802E3}"/>
                  </a:ext>
                </a:extLst>
              </p:cNvPr>
              <p:cNvGrpSpPr/>
              <p:nvPr/>
            </p:nvGrpSpPr>
            <p:grpSpPr>
              <a:xfrm>
                <a:off x="9192344" y="3322810"/>
                <a:ext cx="1999610" cy="1592015"/>
                <a:chOff x="5032494" y="3284984"/>
                <a:chExt cx="1999610" cy="1592015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4C68F66E-6408-B295-2DC2-149924419C2E}"/>
                    </a:ext>
                  </a:extLst>
                </p:cNvPr>
                <p:cNvGrpSpPr/>
                <p:nvPr/>
              </p:nvGrpSpPr>
              <p:grpSpPr>
                <a:xfrm>
                  <a:off x="5087888" y="3284984"/>
                  <a:ext cx="1944216" cy="1271087"/>
                  <a:chOff x="6672064" y="3921808"/>
                  <a:chExt cx="1944216" cy="1271087"/>
                </a:xfrm>
              </p:grpSpPr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20315270-C068-3BFD-B2DE-2A7FE4438D62}"/>
                      </a:ext>
                    </a:extLst>
                  </p:cNvPr>
                  <p:cNvSpPr/>
                  <p:nvPr/>
                </p:nvSpPr>
                <p:spPr>
                  <a:xfrm>
                    <a:off x="6672064" y="3921808"/>
                    <a:ext cx="1944216" cy="1271087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H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9E5A74AB-A1B3-E58F-81CE-A6F720614DD6}"/>
                      </a:ext>
                    </a:extLst>
                  </p:cNvPr>
                  <p:cNvSpPr/>
                  <p:nvPr/>
                </p:nvSpPr>
                <p:spPr>
                  <a:xfrm>
                    <a:off x="6814474" y="4419020"/>
                    <a:ext cx="289367" cy="289367"/>
                  </a:xfrm>
                  <a:prstGeom prst="ellipse">
                    <a:avLst/>
                  </a:prstGeom>
                  <a:solidFill>
                    <a:srgbClr val="F7776F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CH">
                      <a:solidFill>
                        <a:schemeClr val="accent2"/>
                      </a:solidFill>
                    </a:endParaRPr>
                  </a:p>
                </p:txBody>
              </p: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31714161-2694-A37C-99D1-8DE5E1869D36}"/>
                      </a:ext>
                    </a:extLst>
                  </p:cNvPr>
                  <p:cNvGrpSpPr/>
                  <p:nvPr/>
                </p:nvGrpSpPr>
                <p:grpSpPr>
                  <a:xfrm>
                    <a:off x="7171261" y="4123298"/>
                    <a:ext cx="1359266" cy="874456"/>
                    <a:chOff x="7171261" y="4123298"/>
                    <a:chExt cx="1359266" cy="874456"/>
                  </a:xfrm>
                </p:grpSpPr>
                <p:pic>
                  <p:nvPicPr>
                    <p:cNvPr id="60" name="Graphic 59" descr="Bull with solid fill">
                      <a:extLst>
                        <a:ext uri="{FF2B5EF4-FFF2-40B4-BE49-F238E27FC236}">
                          <a16:creationId xmlns:a16="http://schemas.microsoft.com/office/drawing/2014/main" id="{A6A80A96-204C-5E6D-E240-4917DC8EC94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171261" y="4123299"/>
                      <a:ext cx="289367" cy="289368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1" name="Graphic 60" descr="Badminton with solid fill">
                      <a:extLst>
                        <a:ext uri="{FF2B5EF4-FFF2-40B4-BE49-F238E27FC236}">
                          <a16:creationId xmlns:a16="http://schemas.microsoft.com/office/drawing/2014/main" id="{63F9CE94-5FA2-D445-08C3-A75320A033D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527894" y="4123299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" name="Graphic 61" descr="Canoe with solid fill">
                      <a:extLst>
                        <a:ext uri="{FF2B5EF4-FFF2-40B4-BE49-F238E27FC236}">
                          <a16:creationId xmlns:a16="http://schemas.microsoft.com/office/drawing/2014/main" id="{75052FE3-053A-02F0-0363-8ED0FE1D1C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884527" y="4123299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3" name="Graphic 62" descr="Asian Temple with solid fill">
                      <a:extLst>
                        <a:ext uri="{FF2B5EF4-FFF2-40B4-BE49-F238E27FC236}">
                          <a16:creationId xmlns:a16="http://schemas.microsoft.com/office/drawing/2014/main" id="{53B8B35A-D9A5-3938-06B6-202EA783E53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171261" y="4412666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4" name="Graphic 63" descr="Bamboo with solid fill">
                      <a:extLst>
                        <a:ext uri="{FF2B5EF4-FFF2-40B4-BE49-F238E27FC236}">
                          <a16:creationId xmlns:a16="http://schemas.microsoft.com/office/drawing/2014/main" id="{4A977024-7CDF-A28E-736E-6539ED1BE72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527894" y="4412666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5" name="Graphic 64" descr="Baseball hat with solid fill">
                      <a:extLst>
                        <a:ext uri="{FF2B5EF4-FFF2-40B4-BE49-F238E27FC236}">
                          <a16:creationId xmlns:a16="http://schemas.microsoft.com/office/drawing/2014/main" id="{7EFD36BA-70A2-7418-397E-25AA8DD1D54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884527" y="4412666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6" name="Graphic 65" descr="Books on shelf with solid fill">
                      <a:extLst>
                        <a:ext uri="{FF2B5EF4-FFF2-40B4-BE49-F238E27FC236}">
                          <a16:creationId xmlns:a16="http://schemas.microsoft.com/office/drawing/2014/main" id="{6927B43C-C8A7-AC9D-7FFD-0E59B1769DB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171261" y="4702033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7" name="Graphic 66" descr="Apple with solid fill">
                      <a:extLst>
                        <a:ext uri="{FF2B5EF4-FFF2-40B4-BE49-F238E27FC236}">
                          <a16:creationId xmlns:a16="http://schemas.microsoft.com/office/drawing/2014/main" id="{C32816F8-E67A-D4DF-8466-CAF2C61337A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527894" y="4702033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8" name="Graphic 67" descr="Baby bottle with solid fill">
                      <a:extLst>
                        <a:ext uri="{FF2B5EF4-FFF2-40B4-BE49-F238E27FC236}">
                          <a16:creationId xmlns:a16="http://schemas.microsoft.com/office/drawing/2014/main" id="{8B25C045-16D8-8DCF-36E8-803D9CBAF34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884527" y="4702033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9" name="Graphic 68" descr="Bubble Tea with solid fill">
                      <a:extLst>
                        <a:ext uri="{FF2B5EF4-FFF2-40B4-BE49-F238E27FC236}">
                          <a16:creationId xmlns:a16="http://schemas.microsoft.com/office/drawing/2014/main" id="{F30860D6-2C21-05B5-AFCD-D6E32A7B8F0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4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241160" y="4123298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0" name="Graphic 69" descr="Bells with solid fill">
                      <a:extLst>
                        <a:ext uri="{FF2B5EF4-FFF2-40B4-BE49-F238E27FC236}">
                          <a16:creationId xmlns:a16="http://schemas.microsoft.com/office/drawing/2014/main" id="{1677A2BC-AFF1-153D-ACBA-984ADD7BD5D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241160" y="4419020"/>
                      <a:ext cx="289367" cy="28936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1" name="Graphic 70" descr="Camel with solid fill">
                      <a:extLst>
                        <a:ext uri="{FF2B5EF4-FFF2-40B4-BE49-F238E27FC236}">
                          <a16:creationId xmlns:a16="http://schemas.microsoft.com/office/drawing/2014/main" id="{DEA1B1D5-FF86-9B6E-E8E0-FDC7AA9A0C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6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8241159" y="4708387"/>
                      <a:ext cx="289367" cy="289367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86900A5-0C94-0FCC-43C0-A228C4C0CCF1}"/>
                    </a:ext>
                  </a:extLst>
                </p:cNvPr>
                <p:cNvSpPr txBox="1"/>
                <p:nvPr/>
              </p:nvSpPr>
              <p:spPr>
                <a:xfrm>
                  <a:off x="5032494" y="4600000"/>
                  <a:ext cx="16770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H" sz="1200" dirty="0"/>
                    <a:t>Until response or 10 s</a:t>
                  </a:r>
                </a:p>
              </p:txBody>
            </p:sp>
          </p:grp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FD360EF-5766-C5D5-84F9-0220E3CE5EDC}"/>
                </a:ext>
              </a:extLst>
            </p:cNvPr>
            <p:cNvGrpSpPr/>
            <p:nvPr/>
          </p:nvGrpSpPr>
          <p:grpSpPr>
            <a:xfrm>
              <a:off x="966998" y="1664380"/>
              <a:ext cx="8836069" cy="1607792"/>
              <a:chOff x="966998" y="1844824"/>
              <a:chExt cx="8836069" cy="160779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63BE42E-D99C-0E8E-A4B4-92A36225AF58}"/>
                  </a:ext>
                </a:extLst>
              </p:cNvPr>
              <p:cNvGrpSpPr/>
              <p:nvPr/>
            </p:nvGrpSpPr>
            <p:grpSpPr>
              <a:xfrm>
                <a:off x="966998" y="1844824"/>
                <a:ext cx="1950493" cy="1591917"/>
                <a:chOff x="740860" y="1066775"/>
                <a:chExt cx="1950493" cy="1591917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96630328-0F64-10EE-5456-068F8C6DFE0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3753" y="1066775"/>
                  <a:ext cx="1947600" cy="126995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H" sz="900" dirty="0">
                      <a:solidFill>
                        <a:schemeClr val="tx1"/>
                      </a:solidFill>
                    </a:rPr>
                    <a:t>The next trial will start in </a:t>
                  </a:r>
                  <a:r>
                    <a:rPr lang="en-CH" sz="900" dirty="0">
                      <a:solidFill>
                        <a:srgbClr val="FF0000"/>
                      </a:solidFill>
                    </a:rPr>
                    <a:t>8</a:t>
                  </a:r>
                  <a:r>
                    <a:rPr lang="en-CH" sz="900" dirty="0">
                      <a:solidFill>
                        <a:schemeClr val="tx1"/>
                      </a:solidFill>
                    </a:rPr>
                    <a:t> s</a:t>
                  </a:r>
                </a:p>
                <a:p>
                  <a:pPr algn="ctr"/>
                  <a:r>
                    <a:rPr lang="en-GB" sz="900" dirty="0">
                      <a:solidFill>
                        <a:schemeClr val="tx1"/>
                      </a:solidFill>
                    </a:rPr>
                    <a:t>Press the space bar to start directly.</a:t>
                  </a:r>
                  <a:endParaRPr lang="en-CH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24473FE-3563-AC58-73A3-08B03304A9AD}"/>
                    </a:ext>
                  </a:extLst>
                </p:cNvPr>
                <p:cNvSpPr txBox="1"/>
                <p:nvPr/>
              </p:nvSpPr>
              <p:spPr>
                <a:xfrm>
                  <a:off x="740860" y="2381693"/>
                  <a:ext cx="8515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H" sz="1200" dirty="0"/>
                    <a:t>Max. 10 s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770E0F3-EF6C-7502-60E5-0CFBC04459BE}"/>
                  </a:ext>
                </a:extLst>
              </p:cNvPr>
              <p:cNvGrpSpPr/>
              <p:nvPr/>
            </p:nvGrpSpPr>
            <p:grpSpPr>
              <a:xfrm>
                <a:off x="2306768" y="1844824"/>
                <a:ext cx="2005813" cy="1592168"/>
                <a:chOff x="1677520" y="2037586"/>
                <a:chExt cx="2005813" cy="1592168"/>
              </a:xfrm>
              <a:scene3d>
                <a:camera prst="orthographicFront">
                  <a:rot lat="21000000" lon="2400000" rev="0"/>
                </a:camera>
                <a:lightRig rig="threePt" dir="t"/>
              </a:scene3d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71D1360-A0B7-C710-F994-F1DAC1F530EC}"/>
                    </a:ext>
                  </a:extLst>
                </p:cNvPr>
                <p:cNvSpPr txBox="1"/>
                <p:nvPr/>
              </p:nvSpPr>
              <p:spPr>
                <a:xfrm>
                  <a:off x="1677520" y="3352755"/>
                  <a:ext cx="172034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Until response or 2.5 </a:t>
                  </a:r>
                  <a:r>
                    <a:rPr lang="en-CH" sz="1200"/>
                    <a:t>s</a:t>
                  </a:r>
                  <a:endParaRPr lang="en-CH" sz="1200" dirty="0"/>
                </a:p>
              </p:txBody>
            </p:sp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E0055FE8-88E2-50D3-0140-445D3C121180}"/>
                    </a:ext>
                  </a:extLst>
                </p:cNvPr>
                <p:cNvGrpSpPr/>
                <p:nvPr/>
              </p:nvGrpSpPr>
              <p:grpSpPr>
                <a:xfrm>
                  <a:off x="1735733" y="2037586"/>
                  <a:ext cx="1947600" cy="1269760"/>
                  <a:chOff x="1735733" y="2037586"/>
                  <a:chExt cx="1947600" cy="1269760"/>
                </a:xfrm>
              </p:grpSpPr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6BEC6182-EAC1-D0C2-B685-7F8F0EA6C93A}"/>
                      </a:ext>
                    </a:extLst>
                  </p:cNvPr>
                  <p:cNvSpPr/>
                  <p:nvPr/>
                </p:nvSpPr>
                <p:spPr>
                  <a:xfrm>
                    <a:off x="1735733" y="2037586"/>
                    <a:ext cx="1947600" cy="126976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 anchorCtr="0"/>
                  <a:lstStyle/>
                  <a:p>
                    <a:pPr algn="ctr"/>
                    <a:r>
                      <a:rPr lang="en-CH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pic>
                <p:nvPicPr>
                  <p:cNvPr id="45" name="Graphic 44" descr="Bells with solid fill">
                    <a:extLst>
                      <a:ext uri="{FF2B5EF4-FFF2-40B4-BE49-F238E27FC236}">
                        <a16:creationId xmlns:a16="http://schemas.microsoft.com/office/drawing/2014/main" id="{E3C0BB15-C82B-3174-E456-8EEB0A9F42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2840590" y="2374635"/>
                    <a:ext cx="588991" cy="588991"/>
                  </a:xfrm>
                  <a:prstGeom prst="rect">
                    <a:avLst/>
                  </a:prstGeom>
                </p:spPr>
              </p:pic>
              <p:pic>
                <p:nvPicPr>
                  <p:cNvPr id="46" name="Graphic 45" descr="Fox with solid fill">
                    <a:extLst>
                      <a:ext uri="{FF2B5EF4-FFF2-40B4-BE49-F238E27FC236}">
                        <a16:creationId xmlns:a16="http://schemas.microsoft.com/office/drawing/2014/main" id="{421BC2E2-EA23-CAAA-ECE9-2B6F4FE33F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1957861" y="2374634"/>
                    <a:ext cx="588991" cy="588991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1D18725-4983-A2C2-92E4-BDCB7F37F824}"/>
                  </a:ext>
                </a:extLst>
              </p:cNvPr>
              <p:cNvGrpSpPr/>
              <p:nvPr/>
            </p:nvGrpSpPr>
            <p:grpSpPr>
              <a:xfrm>
                <a:off x="3701858" y="1844824"/>
                <a:ext cx="1950493" cy="1591917"/>
                <a:chOff x="740860" y="1066775"/>
                <a:chExt cx="1950493" cy="1591917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7DB6FD3A-8B19-53D8-4C7D-CCA9C1E4BD8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3753" y="1066775"/>
                  <a:ext cx="1947600" cy="1269952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33723A05-27CF-FA6F-BE0C-5B31418AC628}"/>
                    </a:ext>
                  </a:extLst>
                </p:cNvPr>
                <p:cNvSpPr txBox="1"/>
                <p:nvPr/>
              </p:nvSpPr>
              <p:spPr>
                <a:xfrm>
                  <a:off x="740860" y="2381693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0.5 s</a:t>
                  </a:r>
                  <a:endParaRPr lang="en-CH" sz="120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4AF0F15-FDFC-EF3E-AC93-AC22ABA50FBC}"/>
                  </a:ext>
                </a:extLst>
              </p:cNvPr>
              <p:cNvGrpSpPr/>
              <p:nvPr/>
            </p:nvGrpSpPr>
            <p:grpSpPr>
              <a:xfrm>
                <a:off x="5041628" y="1844824"/>
                <a:ext cx="2005813" cy="1592168"/>
                <a:chOff x="1771574" y="1620808"/>
                <a:chExt cx="2005813" cy="1592168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147CD27C-44DB-1B91-497D-3A0043160583}"/>
                    </a:ext>
                  </a:extLst>
                </p:cNvPr>
                <p:cNvGrpSpPr/>
                <p:nvPr/>
              </p:nvGrpSpPr>
              <p:grpSpPr>
                <a:xfrm>
                  <a:off x="1829787" y="1620808"/>
                  <a:ext cx="1947600" cy="1269760"/>
                  <a:chOff x="828170" y="1340768"/>
                  <a:chExt cx="1947600" cy="1269760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61FB9395-B4A7-5052-D865-CBDF6DF0155C}"/>
                      </a:ext>
                    </a:extLst>
                  </p:cNvPr>
                  <p:cNvSpPr/>
                  <p:nvPr/>
                </p:nvSpPr>
                <p:spPr>
                  <a:xfrm>
                    <a:off x="828170" y="1340768"/>
                    <a:ext cx="1947600" cy="1269760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 anchorCtr="0"/>
                  <a:lstStyle/>
                  <a:p>
                    <a:pPr algn="ctr"/>
                    <a:r>
                      <a:rPr lang="en-CH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145B8F63-E31F-2CDD-5B25-0FABE94DF179}"/>
                      </a:ext>
                    </a:extLst>
                  </p:cNvPr>
                  <p:cNvGrpSpPr/>
                  <p:nvPr/>
                </p:nvGrpSpPr>
                <p:grpSpPr>
                  <a:xfrm>
                    <a:off x="1081920" y="1677818"/>
                    <a:ext cx="1440099" cy="595657"/>
                    <a:chOff x="7984639" y="3411038"/>
                    <a:chExt cx="1848439" cy="764556"/>
                  </a:xfrm>
                </p:grpSpPr>
                <p:pic>
                  <p:nvPicPr>
                    <p:cNvPr id="37" name="Graphic 36" descr="Fox with solid fill">
                      <a:extLst>
                        <a:ext uri="{FF2B5EF4-FFF2-40B4-BE49-F238E27FC236}">
                          <a16:creationId xmlns:a16="http://schemas.microsoft.com/office/drawing/2014/main" id="{9B74797F-413B-71DA-AB35-ED396DFB32C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9077079" y="3411038"/>
                      <a:ext cx="755999" cy="756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8" name="Graphic 37" descr="Baseball hat with solid fill">
                      <a:extLst>
                        <a:ext uri="{FF2B5EF4-FFF2-40B4-BE49-F238E27FC236}">
                          <a16:creationId xmlns:a16="http://schemas.microsoft.com/office/drawing/2014/main" id="{11619AC9-9694-29F7-2271-84FE190CC9A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7984639" y="3419594"/>
                      <a:ext cx="755999" cy="7560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CA40B46-3EDC-6FEA-2BBE-95C9E0100D5E}"/>
                    </a:ext>
                  </a:extLst>
                </p:cNvPr>
                <p:cNvSpPr txBox="1"/>
                <p:nvPr/>
              </p:nvSpPr>
              <p:spPr>
                <a:xfrm>
                  <a:off x="1771574" y="2935977"/>
                  <a:ext cx="172034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Until response or 2.5 </a:t>
                  </a:r>
                  <a:r>
                    <a:rPr lang="en-CH" sz="1200"/>
                    <a:t>s</a:t>
                  </a:r>
                  <a:endParaRPr lang="en-CH" sz="1200" dirty="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D38DEB7-FD16-C26D-2389-C903590F17BC}"/>
                  </a:ext>
                </a:extLst>
              </p:cNvPr>
              <p:cNvGrpSpPr/>
              <p:nvPr/>
            </p:nvGrpSpPr>
            <p:grpSpPr>
              <a:xfrm>
                <a:off x="6436718" y="1844824"/>
                <a:ext cx="2029472" cy="1607792"/>
                <a:chOff x="2833949" y="2174649"/>
                <a:chExt cx="2029472" cy="1607792"/>
              </a:xfrm>
              <a:scene3d>
                <a:camera prst="isometricRightUp">
                  <a:rot lat="21000000" lon="2400000" rev="0"/>
                </a:camera>
                <a:lightRig rig="threePt" dir="t"/>
              </a:scene3d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CA104B02-6590-3B10-BBD2-3F28F0D641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15821" y="2174649"/>
                  <a:ext cx="1947600" cy="1271087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864D78A-4B32-8AFA-9A85-8092C41E4BDE}"/>
                    </a:ext>
                  </a:extLst>
                </p:cNvPr>
                <p:cNvSpPr txBox="1"/>
                <p:nvPr/>
              </p:nvSpPr>
              <p:spPr>
                <a:xfrm>
                  <a:off x="2833949" y="3505442"/>
                  <a:ext cx="5180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0.5 s</a:t>
                  </a:r>
                  <a:endParaRPr lang="en-CH" sz="1200" dirty="0"/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10DE7F-CE4F-6FEA-A66D-C9995EA88FA7}"/>
                  </a:ext>
                </a:extLst>
              </p:cNvPr>
              <p:cNvSpPr/>
              <p:nvPr/>
            </p:nvSpPr>
            <p:spPr>
              <a:xfrm>
                <a:off x="7855467" y="1844824"/>
                <a:ext cx="1947600" cy="12710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  <a:scene3d>
                <a:camera prst="isometricRightUp">
                  <a:rot lat="21000000" lon="240000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H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5BFD680-CD7F-1574-D58D-46A78708A9B3}"/>
                </a:ext>
              </a:extLst>
            </p:cNvPr>
            <p:cNvCxnSpPr>
              <a:cxnSpLocks/>
            </p:cNvCxnSpPr>
            <p:nvPr/>
          </p:nvCxnSpPr>
          <p:spPr>
            <a:xfrm>
              <a:off x="1199455" y="3392572"/>
              <a:ext cx="848005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3E641E6-15E9-30AE-827D-725EC0E42762}"/>
                </a:ext>
              </a:extLst>
            </p:cNvPr>
            <p:cNvCxnSpPr>
              <a:cxnSpLocks/>
            </p:cNvCxnSpPr>
            <p:nvPr/>
          </p:nvCxnSpPr>
          <p:spPr>
            <a:xfrm>
              <a:off x="1199455" y="6093296"/>
              <a:ext cx="990674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49C2F9F-3AA9-C0E3-E620-B2599DF84298}"/>
                </a:ext>
              </a:extLst>
            </p:cNvPr>
            <p:cNvSpPr txBox="1"/>
            <p:nvPr/>
          </p:nvSpPr>
          <p:spPr>
            <a:xfrm>
              <a:off x="1127100" y="1130841"/>
              <a:ext cx="1946367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Processing Phase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DEB0A2B-DE13-AB68-B5AD-36E31D023D7E}"/>
                </a:ext>
              </a:extLst>
            </p:cNvPr>
            <p:cNvSpPr txBox="1"/>
            <p:nvPr/>
          </p:nvSpPr>
          <p:spPr>
            <a:xfrm>
              <a:off x="1127100" y="3789040"/>
              <a:ext cx="2981907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Processing + Memory Phase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89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587B-30F0-681A-26BE-C8B50594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Procedure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E764784-7728-760C-D75D-75718C8CE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069879"/>
              </p:ext>
            </p:extLst>
          </p:nvPr>
        </p:nvGraphicFramePr>
        <p:xfrm>
          <a:off x="2032000" y="2204864"/>
          <a:ext cx="8128000" cy="201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1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4A84E2-55AB-7AFF-1F79-A97E0798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00200"/>
            <a:ext cx="7772400" cy="3108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A09E-F249-333F-18E9-5886BF5E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Results—Processing task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A35179-1F40-560C-7AC7-73B042C0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535636"/>
            <a:ext cx="9466820" cy="378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89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5463-8955-F7E0-F8C0-B550AA8C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Results—Processing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C8D23-3DEA-BF80-67E2-F9D8AD803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46" y="1196752"/>
            <a:ext cx="9850108" cy="492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480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2C1F-53CC-C709-07DD-5AC5BDFA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F7BB-7E59-40CD-79AE-FE431999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Results—Memory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E149A-1E29-C7CF-5D92-924F4990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1988840"/>
            <a:ext cx="4896544" cy="1155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8CB9B0-6DA6-42EE-DDD1-159C0605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573016"/>
            <a:ext cx="2193967" cy="123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EF5759-EDD4-9634-2FDC-2ABF79F408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5480" y="1412776"/>
            <a:ext cx="391885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13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959A-797B-6605-97BB-FB8169E8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Design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A7DFABF-4A94-7ED6-60BD-D3B202397F37}"/>
              </a:ext>
            </a:extLst>
          </p:cNvPr>
          <p:cNvGrpSpPr/>
          <p:nvPr/>
        </p:nvGrpSpPr>
        <p:grpSpPr>
          <a:xfrm>
            <a:off x="1487488" y="1700808"/>
            <a:ext cx="10166748" cy="4551427"/>
            <a:chOff x="1487488" y="1700808"/>
            <a:chExt cx="10166748" cy="455142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5CD9A6-1D9E-E2D7-5F0D-21247A28B4EA}"/>
                </a:ext>
              </a:extLst>
            </p:cNvPr>
            <p:cNvGrpSpPr/>
            <p:nvPr/>
          </p:nvGrpSpPr>
          <p:grpSpPr>
            <a:xfrm>
              <a:off x="5333907" y="1702968"/>
              <a:ext cx="1899448" cy="1710958"/>
              <a:chOff x="3936255" y="3212976"/>
              <a:chExt cx="1899448" cy="171095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E43118A-FEB4-DC1B-182B-6E6DFA5D10F7}"/>
                  </a:ext>
                </a:extLst>
              </p:cNvPr>
              <p:cNvGrpSpPr/>
              <p:nvPr/>
            </p:nvGrpSpPr>
            <p:grpSpPr>
              <a:xfrm>
                <a:off x="3936255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C9D53FF3-2142-19A7-4A9E-C83D311B8874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Click on the white candle</a:t>
                  </a:r>
                </a:p>
              </p:txBody>
            </p: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8F380B0-AD5E-7404-B1DE-D16741BA0322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39" name="Graphic 38" descr="Candle with solid fill">
                    <a:extLst>
                      <a:ext uri="{FF2B5EF4-FFF2-40B4-BE49-F238E27FC236}">
                        <a16:creationId xmlns:a16="http://schemas.microsoft.com/office/drawing/2014/main" id="{ED5D4C46-21AF-7348-F074-B8E8D003D1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40" name="Graphic 39" descr="Avocado with solid fill">
                    <a:extLst>
                      <a:ext uri="{FF2B5EF4-FFF2-40B4-BE49-F238E27FC236}">
                        <a16:creationId xmlns:a16="http://schemas.microsoft.com/office/drawing/2014/main" id="{481A2656-D130-9EFC-2DE8-B4F0524665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27F4791-D3BB-2990-B2D8-9691F868EDE4}"/>
                  </a:ext>
                </a:extLst>
              </p:cNvPr>
              <p:cNvSpPr txBox="1"/>
              <p:nvPr/>
            </p:nvSpPr>
            <p:spPr>
              <a:xfrm>
                <a:off x="4720709" y="4569991"/>
                <a:ext cx="330539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E0389-82AE-022C-C644-0828705C4A24}"/>
                </a:ext>
              </a:extLst>
            </p:cNvPr>
            <p:cNvGrpSpPr/>
            <p:nvPr/>
          </p:nvGrpSpPr>
          <p:grpSpPr>
            <a:xfrm>
              <a:off x="7544348" y="1702969"/>
              <a:ext cx="1899448" cy="1710957"/>
              <a:chOff x="6356298" y="3212976"/>
              <a:chExt cx="1899448" cy="1710957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AAB4678-43D6-F13E-36DA-B963EF5CE9D4}"/>
                  </a:ext>
                </a:extLst>
              </p:cNvPr>
              <p:cNvGrpSpPr/>
              <p:nvPr/>
            </p:nvGrpSpPr>
            <p:grpSpPr>
              <a:xfrm>
                <a:off x="6356298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5AFA1E8B-A1A1-96FB-0749-2BC48CAA2A1D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B47A01CD-24ED-71AB-C5E0-85C92D1F3FD9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33" name="Graphic 32" descr="Candle with solid fill">
                    <a:extLst>
                      <a:ext uri="{FF2B5EF4-FFF2-40B4-BE49-F238E27FC236}">
                        <a16:creationId xmlns:a16="http://schemas.microsoft.com/office/drawing/2014/main" id="{03AC8921-AFA0-B231-61BF-428AA5DBA8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34" name="Graphic 33" descr="Cat with solid fill">
                    <a:extLst>
                      <a:ext uri="{FF2B5EF4-FFF2-40B4-BE49-F238E27FC236}">
                        <a16:creationId xmlns:a16="http://schemas.microsoft.com/office/drawing/2014/main" id="{8B6AC8C7-3349-B341-556D-CF2BDEBF44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DE25B43-DBCC-D4F9-6E94-3584A5756D92}"/>
                  </a:ext>
                </a:extLst>
              </p:cNvPr>
              <p:cNvSpPr txBox="1"/>
              <p:nvPr/>
            </p:nvSpPr>
            <p:spPr>
              <a:xfrm>
                <a:off x="6962017" y="4569990"/>
                <a:ext cx="688009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S+J2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967CEA-068A-453E-6FAA-2A27CFF5A282}"/>
                </a:ext>
              </a:extLst>
            </p:cNvPr>
            <p:cNvGrpSpPr/>
            <p:nvPr/>
          </p:nvGrpSpPr>
          <p:grpSpPr>
            <a:xfrm>
              <a:off x="9754788" y="1700808"/>
              <a:ext cx="1899448" cy="1715279"/>
              <a:chOff x="8776340" y="3212976"/>
              <a:chExt cx="1899448" cy="171527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7263B2B-072B-B17D-E627-B712DEF86551}"/>
                  </a:ext>
                </a:extLst>
              </p:cNvPr>
              <p:cNvGrpSpPr/>
              <p:nvPr/>
            </p:nvGrpSpPr>
            <p:grpSpPr>
              <a:xfrm>
                <a:off x="8776340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0BE2106-739B-FF82-22FF-F44C2E6C7F77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6084A89-F1DA-087D-7C3A-08F73DFF83FB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27" name="Graphic 26" descr="Candle with solid fill">
                    <a:extLst>
                      <a:ext uri="{FF2B5EF4-FFF2-40B4-BE49-F238E27FC236}">
                        <a16:creationId xmlns:a16="http://schemas.microsoft.com/office/drawing/2014/main" id="{5A12E8C1-E895-3627-AA1B-C9951D0E1D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28" name="Graphic 27" descr="Avocado with solid fill">
                    <a:extLst>
                      <a:ext uri="{FF2B5EF4-FFF2-40B4-BE49-F238E27FC236}">
                        <a16:creationId xmlns:a16="http://schemas.microsoft.com/office/drawing/2014/main" id="{6A16BF23-DDF1-CCA8-05D2-F1E6614545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B01DD2-9FEA-8224-706E-F732E3C555E9}"/>
                  </a:ext>
                </a:extLst>
              </p:cNvPr>
              <p:cNvSpPr txBox="1"/>
              <p:nvPr/>
            </p:nvSpPr>
            <p:spPr>
              <a:xfrm>
                <a:off x="9301108" y="4574312"/>
                <a:ext cx="84991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S+J+D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675A78-E38E-2F86-82CB-A2D36CEC9494}"/>
                </a:ext>
              </a:extLst>
            </p:cNvPr>
            <p:cNvSpPr txBox="1"/>
            <p:nvPr/>
          </p:nvSpPr>
          <p:spPr>
            <a:xfrm>
              <a:off x="1487488" y="4077072"/>
              <a:ext cx="189667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Simple Response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60C839-A814-4214-6BAD-BFE1D8133372}"/>
                </a:ext>
              </a:extLst>
            </p:cNvPr>
            <p:cNvSpPr txBox="1"/>
            <p:nvPr/>
          </p:nvSpPr>
          <p:spPr>
            <a:xfrm>
              <a:off x="1487488" y="4941168"/>
              <a:ext cx="175240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Size Judgement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D11A38-5692-0C8D-4632-04F5E254F978}"/>
                </a:ext>
              </a:extLst>
            </p:cNvPr>
            <p:cNvSpPr txBox="1"/>
            <p:nvPr/>
          </p:nvSpPr>
          <p:spPr>
            <a:xfrm>
              <a:off x="1487488" y="5805264"/>
              <a:ext cx="2443298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Encoding of Distractors</a:t>
              </a:r>
            </a:p>
          </p:txBody>
        </p:sp>
        <p:pic>
          <p:nvPicPr>
            <p:cNvPr id="11" name="Graphic 10" descr="Badge Tick1 with solid fill">
              <a:extLst>
                <a:ext uri="{FF2B5EF4-FFF2-40B4-BE49-F238E27FC236}">
                  <a16:creationId xmlns:a16="http://schemas.microsoft.com/office/drawing/2014/main" id="{78E9B756-9650-D32D-AB69-8C94CBC0B7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21898" y="3984043"/>
              <a:ext cx="540000" cy="540000"/>
            </a:xfrm>
            <a:prstGeom prst="rect">
              <a:avLst/>
            </a:prstGeom>
          </p:spPr>
        </p:pic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E23445B0-E486-7A66-C547-63A0BD65C3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24071" y="3984043"/>
              <a:ext cx="540000" cy="540000"/>
            </a:xfrm>
            <a:prstGeom prst="rect">
              <a:avLst/>
            </a:prstGeom>
          </p:spPr>
        </p:pic>
        <p:pic>
          <p:nvPicPr>
            <p:cNvPr id="13" name="Graphic 12" descr="Badge Tick1 with solid fill">
              <a:extLst>
                <a:ext uri="{FF2B5EF4-FFF2-40B4-BE49-F238E27FC236}">
                  <a16:creationId xmlns:a16="http://schemas.microsoft.com/office/drawing/2014/main" id="{9FBFD777-9F2D-B859-9EF7-27F5B48D0B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2779" y="3984043"/>
              <a:ext cx="540000" cy="540000"/>
            </a:xfrm>
            <a:prstGeom prst="rect">
              <a:avLst/>
            </a:prstGeom>
          </p:spPr>
        </p:pic>
        <p:pic>
          <p:nvPicPr>
            <p:cNvPr id="17" name="Graphic 16" descr="Badge Cross with solid fill">
              <a:extLst>
                <a:ext uri="{FF2B5EF4-FFF2-40B4-BE49-F238E27FC236}">
                  <a16:creationId xmlns:a16="http://schemas.microsoft.com/office/drawing/2014/main" id="{8759349D-3764-6C2E-59B2-169101A5DA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21898" y="4848139"/>
              <a:ext cx="540000" cy="540000"/>
            </a:xfrm>
            <a:prstGeom prst="rect">
              <a:avLst/>
            </a:prstGeom>
          </p:spPr>
        </p:pic>
        <p:pic>
          <p:nvPicPr>
            <p:cNvPr id="18" name="Graphic 17" descr="Badge Cross with solid fill">
              <a:extLst>
                <a:ext uri="{FF2B5EF4-FFF2-40B4-BE49-F238E27FC236}">
                  <a16:creationId xmlns:a16="http://schemas.microsoft.com/office/drawing/2014/main" id="{3A2729C0-7448-C8E0-3938-FEAC9DAA50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26483" y="5712235"/>
              <a:ext cx="540000" cy="540000"/>
            </a:xfrm>
            <a:prstGeom prst="rect">
              <a:avLst/>
            </a:prstGeom>
          </p:spPr>
        </p:pic>
        <p:pic>
          <p:nvPicPr>
            <p:cNvPr id="19" name="Graphic 18" descr="Badge Cross with solid fill">
              <a:extLst>
                <a:ext uri="{FF2B5EF4-FFF2-40B4-BE49-F238E27FC236}">
                  <a16:creationId xmlns:a16="http://schemas.microsoft.com/office/drawing/2014/main" id="{6B84DE73-13D5-F1D7-D935-2545C291B4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24071" y="5712235"/>
              <a:ext cx="540000" cy="540000"/>
            </a:xfrm>
            <a:prstGeom prst="rect">
              <a:avLst/>
            </a:prstGeom>
          </p:spPr>
        </p:pic>
        <p:pic>
          <p:nvPicPr>
            <p:cNvPr id="20" name="Graphic 19" descr="Badge Tick1 with solid fill">
              <a:extLst>
                <a:ext uri="{FF2B5EF4-FFF2-40B4-BE49-F238E27FC236}">
                  <a16:creationId xmlns:a16="http://schemas.microsoft.com/office/drawing/2014/main" id="{DFD5A6CF-2A52-40CE-24C0-E415132CBE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24071" y="4850837"/>
              <a:ext cx="540000" cy="540000"/>
            </a:xfrm>
            <a:prstGeom prst="rect">
              <a:avLst/>
            </a:prstGeom>
          </p:spPr>
        </p:pic>
        <p:pic>
          <p:nvPicPr>
            <p:cNvPr id="21" name="Graphic 20" descr="Badge Tick1 with solid fill">
              <a:extLst>
                <a:ext uri="{FF2B5EF4-FFF2-40B4-BE49-F238E27FC236}">
                  <a16:creationId xmlns:a16="http://schemas.microsoft.com/office/drawing/2014/main" id="{58FF037B-7AA0-75D3-4A4F-A3FB92C0CB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2779" y="4848139"/>
              <a:ext cx="540000" cy="540000"/>
            </a:xfrm>
            <a:prstGeom prst="rect">
              <a:avLst/>
            </a:prstGeom>
          </p:spPr>
        </p:pic>
        <p:pic>
          <p:nvPicPr>
            <p:cNvPr id="22" name="Graphic 21" descr="Badge Tick1 with solid fill">
              <a:extLst>
                <a:ext uri="{FF2B5EF4-FFF2-40B4-BE49-F238E27FC236}">
                  <a16:creationId xmlns:a16="http://schemas.microsoft.com/office/drawing/2014/main" id="{9EDF03F1-271D-68F1-85F4-7DCB44CDE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2779" y="5712235"/>
              <a:ext cx="540000" cy="54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7BEC0-F01A-B841-B846-AC85C5426627}"/>
                  </a:ext>
                </a:extLst>
              </p:cNvPr>
              <p:cNvSpPr txBox="1"/>
              <p:nvPr/>
            </p:nvSpPr>
            <p:spPr>
              <a:xfrm>
                <a:off x="7801156" y="2570262"/>
                <a:ext cx="521297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77BEC0-F01A-B841-B846-AC85C5426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156" y="2570262"/>
                <a:ext cx="521297" cy="3539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318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B19D-29EB-1911-E8B6-F9498BA58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Results—Processing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C88E67-4AB5-99DB-8D07-44734833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2520" y="1628800"/>
            <a:ext cx="10726960" cy="429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0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D0409-4FEE-E77C-33D4-CA431E1D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D47B-8E33-AE22-BD10-5843E652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Results—Processing task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4900F-FF65-FE25-39C5-FD521D0F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7448" y="1340768"/>
            <a:ext cx="9937104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0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3463B-AC75-E544-87A9-A6CF8F9E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Results—Memory task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BAB96-A75D-100E-5B7B-7459F5839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3432" y="1412776"/>
            <a:ext cx="4248472" cy="47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9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BE42-4151-7029-01EF-F8F2FC35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3a: Design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B4694AD-C028-E6D1-E919-996DC3ACDAE6}"/>
              </a:ext>
            </a:extLst>
          </p:cNvPr>
          <p:cNvGrpSpPr/>
          <p:nvPr/>
        </p:nvGrpSpPr>
        <p:grpSpPr>
          <a:xfrm>
            <a:off x="174249" y="1556792"/>
            <a:ext cx="11843501" cy="4292307"/>
            <a:chOff x="119336" y="1520960"/>
            <a:chExt cx="11843501" cy="429230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DEAB037-B550-DA14-060E-D2D0BA55534F}"/>
                </a:ext>
              </a:extLst>
            </p:cNvPr>
            <p:cNvGrpSpPr/>
            <p:nvPr/>
          </p:nvGrpSpPr>
          <p:grpSpPr>
            <a:xfrm>
              <a:off x="1696562" y="1520960"/>
              <a:ext cx="1899448" cy="1710958"/>
              <a:chOff x="3936255" y="3212976"/>
              <a:chExt cx="1899448" cy="171095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500FBAB-93CA-9F21-71FE-6CD576317A0B}"/>
                  </a:ext>
                </a:extLst>
              </p:cNvPr>
              <p:cNvGrpSpPr/>
              <p:nvPr/>
            </p:nvGrpSpPr>
            <p:grpSpPr>
              <a:xfrm>
                <a:off x="3936255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C5401DFE-DBF2-43B5-610F-02D1DDA54E54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Click on the white candle</a:t>
                  </a:r>
                </a:p>
              </p:txBody>
            </p: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A3A8A614-F52A-D228-5A5D-8FD58D530E4D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36" name="Graphic 35" descr="Candle with solid fill">
                    <a:extLst>
                      <a:ext uri="{FF2B5EF4-FFF2-40B4-BE49-F238E27FC236}">
                        <a16:creationId xmlns:a16="http://schemas.microsoft.com/office/drawing/2014/main" id="{4D16E4A5-543E-4125-CC0B-1CFBE98BEF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36" descr="Avocado with solid fill">
                    <a:extLst>
                      <a:ext uri="{FF2B5EF4-FFF2-40B4-BE49-F238E27FC236}">
                        <a16:creationId xmlns:a16="http://schemas.microsoft.com/office/drawing/2014/main" id="{C9FFBED3-0F32-A547-02FE-2E49351411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E80940-80E5-BDED-04FF-7DEC6990FE3A}"/>
                  </a:ext>
                </a:extLst>
              </p:cNvPr>
              <p:cNvSpPr txBox="1"/>
              <p:nvPr/>
            </p:nvSpPr>
            <p:spPr>
              <a:xfrm>
                <a:off x="4720709" y="4569991"/>
                <a:ext cx="330539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7BC95B0-2182-367D-7661-61889B485748}"/>
                </a:ext>
              </a:extLst>
            </p:cNvPr>
            <p:cNvGrpSpPr/>
            <p:nvPr/>
          </p:nvGrpSpPr>
          <p:grpSpPr>
            <a:xfrm>
              <a:off x="3788269" y="1520961"/>
              <a:ext cx="1899448" cy="1710957"/>
              <a:chOff x="6356298" y="3212976"/>
              <a:chExt cx="1899448" cy="1710957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5267C1A-B7B8-44F7-A2F5-428B197D50FA}"/>
                  </a:ext>
                </a:extLst>
              </p:cNvPr>
              <p:cNvGrpSpPr/>
              <p:nvPr/>
            </p:nvGrpSpPr>
            <p:grpSpPr>
              <a:xfrm>
                <a:off x="6356298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E5ABF75-3736-E281-BAF1-2D352802A9D1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2249C274-3216-AD08-AEF6-3AFB1138BDB3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30" name="Graphic 29" descr="Candle with solid fill">
                    <a:extLst>
                      <a:ext uri="{FF2B5EF4-FFF2-40B4-BE49-F238E27FC236}">
                        <a16:creationId xmlns:a16="http://schemas.microsoft.com/office/drawing/2014/main" id="{862FE1A7-1911-0017-8ADA-5A63F168AF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31" name="Graphic 30" descr="Cat with solid fill">
                    <a:extLst>
                      <a:ext uri="{FF2B5EF4-FFF2-40B4-BE49-F238E27FC236}">
                        <a16:creationId xmlns:a16="http://schemas.microsoft.com/office/drawing/2014/main" id="{85741151-6316-0C25-EEC2-C62AA804C8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EC1C2F-F249-1418-67B7-C33A1529EE5E}"/>
                  </a:ext>
                </a:extLst>
              </p:cNvPr>
              <p:cNvSpPr txBox="1"/>
              <p:nvPr/>
            </p:nvSpPr>
            <p:spPr>
              <a:xfrm>
                <a:off x="7022931" y="4569990"/>
                <a:ext cx="566182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28328B-6692-BA71-6186-EA000D87A1F4}"/>
                </a:ext>
              </a:extLst>
            </p:cNvPr>
            <p:cNvSpPr txBox="1"/>
            <p:nvPr/>
          </p:nvSpPr>
          <p:spPr>
            <a:xfrm>
              <a:off x="119336" y="4685994"/>
              <a:ext cx="1107996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High load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E33FE9-2D88-5CDF-7376-03F54E2FA8FB}"/>
                </a:ext>
              </a:extLst>
            </p:cNvPr>
            <p:cNvSpPr txBox="1"/>
            <p:nvPr/>
          </p:nvSpPr>
          <p:spPr>
            <a:xfrm>
              <a:off x="119336" y="4005692"/>
              <a:ext cx="126669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Judgement</a:t>
              </a:r>
            </a:p>
          </p:txBody>
        </p:sp>
        <p:pic>
          <p:nvPicPr>
            <p:cNvPr id="10" name="Graphic 9" descr="Badge Tick1 with solid fill">
              <a:extLst>
                <a:ext uri="{FF2B5EF4-FFF2-40B4-BE49-F238E27FC236}">
                  <a16:creationId xmlns:a16="http://schemas.microsoft.com/office/drawing/2014/main" id="{C5A58FEC-E23E-8F6B-48BE-85D015EEA4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67993" y="3912663"/>
              <a:ext cx="540000" cy="540000"/>
            </a:xfrm>
            <a:prstGeom prst="rect">
              <a:avLst/>
            </a:prstGeom>
          </p:spPr>
        </p:pic>
        <p:pic>
          <p:nvPicPr>
            <p:cNvPr id="11" name="Graphic 10" descr="Badge Tick1 with solid fill">
              <a:extLst>
                <a:ext uri="{FF2B5EF4-FFF2-40B4-BE49-F238E27FC236}">
                  <a16:creationId xmlns:a16="http://schemas.microsoft.com/office/drawing/2014/main" id="{9175C36B-BC67-1A8C-526A-F3DE8BA918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9700" y="3912663"/>
              <a:ext cx="540000" cy="540000"/>
            </a:xfrm>
            <a:prstGeom prst="rect">
              <a:avLst/>
            </a:prstGeom>
          </p:spPr>
        </p:pic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B772FEA2-07DC-39A0-80A1-F498474269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51407" y="3912663"/>
              <a:ext cx="540000" cy="540000"/>
            </a:xfrm>
            <a:prstGeom prst="rect">
              <a:avLst/>
            </a:prstGeom>
          </p:spPr>
        </p:pic>
        <p:pic>
          <p:nvPicPr>
            <p:cNvPr id="13" name="Graphic 12" descr="Badge Cross with solid fill">
              <a:extLst>
                <a:ext uri="{FF2B5EF4-FFF2-40B4-BE49-F238E27FC236}">
                  <a16:creationId xmlns:a16="http://schemas.microsoft.com/office/drawing/2014/main" id="{8846CC3F-EE02-B923-76A8-A25C1FA385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76285" y="4592965"/>
              <a:ext cx="540000" cy="540000"/>
            </a:xfrm>
            <a:prstGeom prst="rect">
              <a:avLst/>
            </a:prstGeom>
          </p:spPr>
        </p:pic>
        <p:pic>
          <p:nvPicPr>
            <p:cNvPr id="16" name="Graphic 15" descr="Badge Tick1 with solid fill">
              <a:extLst>
                <a:ext uri="{FF2B5EF4-FFF2-40B4-BE49-F238E27FC236}">
                  <a16:creationId xmlns:a16="http://schemas.microsoft.com/office/drawing/2014/main" id="{5089D653-DC61-796E-1B33-BEA0DF6686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9700" y="4592965"/>
              <a:ext cx="540000" cy="540000"/>
            </a:xfrm>
            <a:prstGeom prst="rect">
              <a:avLst/>
            </a:prstGeom>
          </p:spPr>
        </p:pic>
        <p:pic>
          <p:nvPicPr>
            <p:cNvPr id="17" name="Graphic 16" descr="Badge Tick1 with solid fill">
              <a:extLst>
                <a:ext uri="{FF2B5EF4-FFF2-40B4-BE49-F238E27FC236}">
                  <a16:creationId xmlns:a16="http://schemas.microsoft.com/office/drawing/2014/main" id="{C23B6197-869A-13ED-D6AE-5911397ADA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43114" y="3912663"/>
              <a:ext cx="540000" cy="54000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A18E13E-5BBC-914C-072F-17E086E68C65}"/>
                </a:ext>
              </a:extLst>
            </p:cNvPr>
            <p:cNvGrpSpPr/>
            <p:nvPr/>
          </p:nvGrpSpPr>
          <p:grpSpPr>
            <a:xfrm>
              <a:off x="5879976" y="1520961"/>
              <a:ext cx="1899448" cy="1710957"/>
              <a:chOff x="9101929" y="1702969"/>
              <a:chExt cx="1899448" cy="171095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EDDD060-3E34-A1E2-BADC-38F8E8D0CF18}"/>
                  </a:ext>
                </a:extLst>
              </p:cNvPr>
              <p:cNvGrpSpPr/>
              <p:nvPr/>
            </p:nvGrpSpPr>
            <p:grpSpPr>
              <a:xfrm>
                <a:off x="9101929" y="1702969"/>
                <a:ext cx="1899448" cy="1710957"/>
                <a:chOff x="6356298" y="3212976"/>
                <a:chExt cx="1899448" cy="1710957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F8EFBB2E-D28A-1939-F188-C0F4AAC9A641}"/>
                    </a:ext>
                  </a:extLst>
                </p:cNvPr>
                <p:cNvGrpSpPr/>
                <p:nvPr/>
              </p:nvGrpSpPr>
              <p:grpSpPr>
                <a:xfrm>
                  <a:off x="6356298" y="3212976"/>
                  <a:ext cx="1899448" cy="1210397"/>
                  <a:chOff x="4135783" y="867003"/>
                  <a:chExt cx="1899448" cy="1210397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0656A55-D270-FD7C-4226-73321C45D585}"/>
                      </a:ext>
                    </a:extLst>
                  </p:cNvPr>
                  <p:cNvSpPr/>
                  <p:nvPr/>
                </p:nvSpPr>
                <p:spPr>
                  <a:xfrm>
                    <a:off x="4135783" y="867003"/>
                    <a:ext cx="1899448" cy="1210397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46C20CD7-EA93-CB6E-54C9-FC64AB5B27C5}"/>
                      </a:ext>
                    </a:extLst>
                  </p:cNvPr>
                  <p:cNvGrpSpPr/>
                  <p:nvPr/>
                </p:nvGrpSpPr>
                <p:grpSpPr>
                  <a:xfrm>
                    <a:off x="4329240" y="1190593"/>
                    <a:ext cx="1512534" cy="648000"/>
                    <a:chOff x="4304778" y="1190593"/>
                    <a:chExt cx="1512534" cy="648000"/>
                  </a:xfrm>
                </p:grpSpPr>
                <p:pic>
                  <p:nvPicPr>
                    <p:cNvPr id="43" name="Graphic 42" descr="Candle with solid fill">
                      <a:extLst>
                        <a:ext uri="{FF2B5EF4-FFF2-40B4-BE49-F238E27FC236}">
                          <a16:creationId xmlns:a16="http://schemas.microsoft.com/office/drawing/2014/main" id="{A231C8A7-A4ED-9C1F-74AA-9971D526A1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2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304778" y="1190593"/>
                      <a:ext cx="648000" cy="648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4" name="Graphic 43" descr="Cat with solid fill">
                      <a:extLst>
                        <a:ext uri="{FF2B5EF4-FFF2-40B4-BE49-F238E27FC236}">
                          <a16:creationId xmlns:a16="http://schemas.microsoft.com/office/drawing/2014/main" id="{C6E8154F-C695-17D2-3CAE-A985D6A4AD2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5169312" y="1190593"/>
                      <a:ext cx="648000" cy="6480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6A4FA64-1CBA-7661-5A99-0922D62EF7F0}"/>
                    </a:ext>
                  </a:extLst>
                </p:cNvPr>
                <p:cNvSpPr txBox="1"/>
                <p:nvPr/>
              </p:nvSpPr>
              <p:spPr>
                <a:xfrm>
                  <a:off x="6962018" y="4569990"/>
                  <a:ext cx="688009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S+J2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DCF0D499-3567-451C-A31E-E8886B6BCA7B}"/>
                      </a:ext>
                    </a:extLst>
                  </p:cNvPr>
                  <p:cNvSpPr txBox="1"/>
                  <p:nvPr/>
                </p:nvSpPr>
                <p:spPr>
                  <a:xfrm>
                    <a:off x="9364978" y="2569270"/>
                    <a:ext cx="521297" cy="3539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DCF0D499-3567-451C-A31E-E8886B6BCA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4978" y="2569270"/>
                    <a:ext cx="521297" cy="35394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FBC9805-F6FA-B9F1-D852-00EEBC13A531}"/>
                </a:ext>
              </a:extLst>
            </p:cNvPr>
            <p:cNvGrpSpPr/>
            <p:nvPr/>
          </p:nvGrpSpPr>
          <p:grpSpPr>
            <a:xfrm>
              <a:off x="7971683" y="1520961"/>
              <a:ext cx="1899448" cy="1710957"/>
              <a:chOff x="6356298" y="3212976"/>
              <a:chExt cx="1899448" cy="171095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58158DD-5B84-9517-FA7B-AB2E31320643}"/>
                  </a:ext>
                </a:extLst>
              </p:cNvPr>
              <p:cNvGrpSpPr/>
              <p:nvPr/>
            </p:nvGrpSpPr>
            <p:grpSpPr>
              <a:xfrm>
                <a:off x="6356298" y="3212976"/>
                <a:ext cx="1899448" cy="1210397"/>
                <a:chOff x="4135783" y="867003"/>
                <a:chExt cx="1899448" cy="1210397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06C6258-AE73-2691-FE02-C579EF7A91DC}"/>
                    </a:ext>
                  </a:extLst>
                </p:cNvPr>
                <p:cNvSpPr/>
                <p:nvPr/>
              </p:nvSpPr>
              <p:spPr>
                <a:xfrm>
                  <a:off x="4135783" y="867003"/>
                  <a:ext cx="1899448" cy="1210397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Which object is larger?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8DC0CD64-01D6-24AD-2BC1-36D101DDD447}"/>
                    </a:ext>
                  </a:extLst>
                </p:cNvPr>
                <p:cNvGrpSpPr/>
                <p:nvPr/>
              </p:nvGrpSpPr>
              <p:grpSpPr>
                <a:xfrm>
                  <a:off x="4329240" y="1190593"/>
                  <a:ext cx="1512534" cy="648000"/>
                  <a:chOff x="4304778" y="1190593"/>
                  <a:chExt cx="1512534" cy="648000"/>
                </a:xfrm>
              </p:grpSpPr>
              <p:pic>
                <p:nvPicPr>
                  <p:cNvPr id="20" name="Graphic 19" descr="Avocado with solid fill">
                    <a:extLst>
                      <a:ext uri="{FF2B5EF4-FFF2-40B4-BE49-F238E27FC236}">
                        <a16:creationId xmlns:a16="http://schemas.microsoft.com/office/drawing/2014/main" id="{C77993B9-4934-1DF5-C894-879E5EAA27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>
                    <a:off x="4304778" y="1190593"/>
                    <a:ext cx="648000" cy="648000"/>
                  </a:xfrm>
                  <a:prstGeom prst="rect">
                    <a:avLst/>
                  </a:prstGeom>
                </p:spPr>
              </p:pic>
              <p:pic>
                <p:nvPicPr>
                  <p:cNvPr id="21" name="Graphic 20" descr="Cat with solid fill">
                    <a:extLst>
                      <a:ext uri="{FF2B5EF4-FFF2-40B4-BE49-F238E27FC236}">
                        <a16:creationId xmlns:a16="http://schemas.microsoft.com/office/drawing/2014/main" id="{3B6904C3-3FC3-0174-B3E9-985FF76E3D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/>
                  <a:stretch/>
                </p:blipFill>
                <p:spPr>
                  <a:xfrm>
                    <a:off x="5169312" y="1190593"/>
                    <a:ext cx="648000" cy="6480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12C58-06C2-A007-9370-EC40518B1E4C}"/>
                  </a:ext>
                </a:extLst>
              </p:cNvPr>
              <p:cNvSpPr txBox="1"/>
              <p:nvPr/>
            </p:nvSpPr>
            <p:spPr>
              <a:xfrm>
                <a:off x="6881066" y="4569990"/>
                <a:ext cx="84991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S+J+D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35C5799-F115-6375-C30B-86F8F40C6DE5}"/>
                </a:ext>
              </a:extLst>
            </p:cNvPr>
            <p:cNvGrpSpPr/>
            <p:nvPr/>
          </p:nvGrpSpPr>
          <p:grpSpPr>
            <a:xfrm>
              <a:off x="10063389" y="1520961"/>
              <a:ext cx="1899448" cy="1710957"/>
              <a:chOff x="9101929" y="1702969"/>
              <a:chExt cx="1899448" cy="171095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4FE7A35-4C06-3D66-1775-90AF9F97AE81}"/>
                  </a:ext>
                </a:extLst>
              </p:cNvPr>
              <p:cNvGrpSpPr/>
              <p:nvPr/>
            </p:nvGrpSpPr>
            <p:grpSpPr>
              <a:xfrm>
                <a:off x="9101929" y="1702969"/>
                <a:ext cx="1899448" cy="1710957"/>
                <a:chOff x="6356298" y="3212976"/>
                <a:chExt cx="1899448" cy="1710957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109142C0-F643-1EF0-C5EE-BD4E8AB4ED72}"/>
                    </a:ext>
                  </a:extLst>
                </p:cNvPr>
                <p:cNvGrpSpPr/>
                <p:nvPr/>
              </p:nvGrpSpPr>
              <p:grpSpPr>
                <a:xfrm>
                  <a:off x="6356298" y="3212976"/>
                  <a:ext cx="1899448" cy="1210397"/>
                  <a:chOff x="4135783" y="867003"/>
                  <a:chExt cx="1899448" cy="1210397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0484A2BF-62BC-0C86-41A5-42F9B7D5DD85}"/>
                      </a:ext>
                    </a:extLst>
                  </p:cNvPr>
                  <p:cNvSpPr/>
                  <p:nvPr/>
                </p:nvSpPr>
                <p:spPr>
                  <a:xfrm>
                    <a:off x="4135783" y="867003"/>
                    <a:ext cx="1899448" cy="1210397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Which object is larger?</a:t>
                    </a:r>
                  </a:p>
                </p:txBody>
              </p: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E60015BC-E75C-B3B0-8149-C11EA1C933A3}"/>
                      </a:ext>
                    </a:extLst>
                  </p:cNvPr>
                  <p:cNvGrpSpPr/>
                  <p:nvPr/>
                </p:nvGrpSpPr>
                <p:grpSpPr>
                  <a:xfrm>
                    <a:off x="4329240" y="1190593"/>
                    <a:ext cx="1512534" cy="648000"/>
                    <a:chOff x="4304778" y="1190593"/>
                    <a:chExt cx="1512534" cy="648000"/>
                  </a:xfrm>
                </p:grpSpPr>
                <p:pic>
                  <p:nvPicPr>
                    <p:cNvPr id="48" name="Graphic 47" descr="Avocado with solid fill">
                      <a:extLst>
                        <a:ext uri="{FF2B5EF4-FFF2-40B4-BE49-F238E27FC236}">
                          <a16:creationId xmlns:a16="http://schemas.microsoft.com/office/drawing/2014/main" id="{F85F9B13-CB30-297C-6D09-D09EAE1FDAC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4304778" y="1190593"/>
                      <a:ext cx="648000" cy="6480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9" name="Graphic 48" descr="Cat with solid fill">
                      <a:extLst>
                        <a:ext uri="{FF2B5EF4-FFF2-40B4-BE49-F238E27FC236}">
                          <a16:creationId xmlns:a16="http://schemas.microsoft.com/office/drawing/2014/main" id="{2F7A5C66-9296-5DF5-3999-F5D85BFF38F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rcRect/>
                    <a:stretch/>
                  </p:blipFill>
                  <p:spPr>
                    <a:xfrm>
                      <a:off x="5169312" y="1190593"/>
                      <a:ext cx="648000" cy="6480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15023AE-6F7D-9CCE-029F-D5F02A653419}"/>
                    </a:ext>
                  </a:extLst>
                </p:cNvPr>
                <p:cNvSpPr txBox="1"/>
                <p:nvPr/>
              </p:nvSpPr>
              <p:spPr>
                <a:xfrm>
                  <a:off x="6820152" y="4569990"/>
                  <a:ext cx="971741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S+J2+D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61E6CD5-AFF7-1307-0F7D-9B868F6F8B26}"/>
                      </a:ext>
                    </a:extLst>
                  </p:cNvPr>
                  <p:cNvSpPr txBox="1"/>
                  <p:nvPr/>
                </p:nvSpPr>
                <p:spPr>
                  <a:xfrm>
                    <a:off x="9364978" y="2569270"/>
                    <a:ext cx="521297" cy="3539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61E6CD5-AFF7-1307-0F7D-9B868F6F8B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4978" y="2569270"/>
                    <a:ext cx="521297" cy="3539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384BA9B-EE9F-11E6-B0F3-F26FD4A92D9C}"/>
                </a:ext>
              </a:extLst>
            </p:cNvPr>
            <p:cNvSpPr txBox="1"/>
            <p:nvPr/>
          </p:nvSpPr>
          <p:spPr>
            <a:xfrm>
              <a:off x="119336" y="5366297"/>
              <a:ext cx="111761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Distractor</a:t>
              </a:r>
            </a:p>
          </p:txBody>
        </p:sp>
        <p:pic>
          <p:nvPicPr>
            <p:cNvPr id="51" name="Graphic 50" descr="Badge Cross with solid fill">
              <a:extLst>
                <a:ext uri="{FF2B5EF4-FFF2-40B4-BE49-F238E27FC236}">
                  <a16:creationId xmlns:a16="http://schemas.microsoft.com/office/drawing/2014/main" id="{09F02E64-1494-D0F4-83D2-8BDC479C44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76286" y="3912663"/>
              <a:ext cx="540000" cy="540000"/>
            </a:xfrm>
            <a:prstGeom prst="rect">
              <a:avLst/>
            </a:prstGeom>
          </p:spPr>
        </p:pic>
        <p:pic>
          <p:nvPicPr>
            <p:cNvPr id="52" name="Graphic 51" descr="Badge Cross with solid fill">
              <a:extLst>
                <a:ext uri="{FF2B5EF4-FFF2-40B4-BE49-F238E27FC236}">
                  <a16:creationId xmlns:a16="http://schemas.microsoft.com/office/drawing/2014/main" id="{5DC31A49-3370-B2B8-6851-5FC150161A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76285" y="5273267"/>
              <a:ext cx="540000" cy="540000"/>
            </a:xfrm>
            <a:prstGeom prst="rect">
              <a:avLst/>
            </a:prstGeom>
          </p:spPr>
        </p:pic>
        <p:pic>
          <p:nvPicPr>
            <p:cNvPr id="53" name="Graphic 52" descr="Badge Cross with solid fill">
              <a:extLst>
                <a:ext uri="{FF2B5EF4-FFF2-40B4-BE49-F238E27FC236}">
                  <a16:creationId xmlns:a16="http://schemas.microsoft.com/office/drawing/2014/main" id="{FD423195-88D8-07A5-4AFA-70B8B4DC9D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7993" y="4592965"/>
              <a:ext cx="540000" cy="540000"/>
            </a:xfrm>
            <a:prstGeom prst="rect">
              <a:avLst/>
            </a:prstGeom>
          </p:spPr>
        </p:pic>
        <p:pic>
          <p:nvPicPr>
            <p:cNvPr id="54" name="Graphic 53" descr="Badge Cross with solid fill">
              <a:extLst>
                <a:ext uri="{FF2B5EF4-FFF2-40B4-BE49-F238E27FC236}">
                  <a16:creationId xmlns:a16="http://schemas.microsoft.com/office/drawing/2014/main" id="{56A88241-4469-0456-B394-3006105813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4599" y="5273267"/>
              <a:ext cx="540000" cy="540000"/>
            </a:xfrm>
            <a:prstGeom prst="rect">
              <a:avLst/>
            </a:prstGeom>
          </p:spPr>
        </p:pic>
        <p:pic>
          <p:nvPicPr>
            <p:cNvPr id="55" name="Graphic 54" descr="Badge Cross with solid fill">
              <a:extLst>
                <a:ext uri="{FF2B5EF4-FFF2-40B4-BE49-F238E27FC236}">
                  <a16:creationId xmlns:a16="http://schemas.microsoft.com/office/drawing/2014/main" id="{77D32AD1-CB5A-232A-051C-8A11EF352B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59700" y="5273267"/>
              <a:ext cx="540000" cy="540000"/>
            </a:xfrm>
            <a:prstGeom prst="rect">
              <a:avLst/>
            </a:prstGeom>
          </p:spPr>
        </p:pic>
        <p:pic>
          <p:nvPicPr>
            <p:cNvPr id="56" name="Graphic 55" descr="Badge Tick1 with solid fill">
              <a:extLst>
                <a:ext uri="{FF2B5EF4-FFF2-40B4-BE49-F238E27FC236}">
                  <a16:creationId xmlns:a16="http://schemas.microsoft.com/office/drawing/2014/main" id="{F514F074-D957-639A-AD94-E9EFCA8055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43114" y="4592965"/>
              <a:ext cx="540000" cy="540000"/>
            </a:xfrm>
            <a:prstGeom prst="rect">
              <a:avLst/>
            </a:prstGeom>
          </p:spPr>
        </p:pic>
        <p:pic>
          <p:nvPicPr>
            <p:cNvPr id="57" name="Graphic 56" descr="Badge Cross with solid fill">
              <a:extLst>
                <a:ext uri="{FF2B5EF4-FFF2-40B4-BE49-F238E27FC236}">
                  <a16:creationId xmlns:a16="http://schemas.microsoft.com/office/drawing/2014/main" id="{624F857D-08AC-D762-284C-F1EF73C77C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51407" y="4592965"/>
              <a:ext cx="540000" cy="540000"/>
            </a:xfrm>
            <a:prstGeom prst="rect">
              <a:avLst/>
            </a:prstGeom>
          </p:spPr>
        </p:pic>
        <p:pic>
          <p:nvPicPr>
            <p:cNvPr id="58" name="Graphic 57" descr="Badge Tick1 with solid fill">
              <a:extLst>
                <a:ext uri="{FF2B5EF4-FFF2-40B4-BE49-F238E27FC236}">
                  <a16:creationId xmlns:a16="http://schemas.microsoft.com/office/drawing/2014/main" id="{48AD9D3A-CCCB-909A-8687-9EF58BF8AB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51407" y="5273267"/>
              <a:ext cx="540000" cy="540000"/>
            </a:xfrm>
            <a:prstGeom prst="rect">
              <a:avLst/>
            </a:prstGeom>
          </p:spPr>
        </p:pic>
        <p:pic>
          <p:nvPicPr>
            <p:cNvPr id="59" name="Graphic 58" descr="Badge Tick1 with solid fill">
              <a:extLst>
                <a:ext uri="{FF2B5EF4-FFF2-40B4-BE49-F238E27FC236}">
                  <a16:creationId xmlns:a16="http://schemas.microsoft.com/office/drawing/2014/main" id="{3A569DA8-2463-EFCE-D2DF-C91768BAB5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49138" y="5273267"/>
              <a:ext cx="540000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489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634B-56A9-8386-14C3-C2CE1B68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2D5B-0662-4960-0414-A466C8976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Results—Processing task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698B6-75C6-125A-9C0A-D571EB0F3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60" y="1700808"/>
            <a:ext cx="10006880" cy="400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3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9056-38FA-43F4-A577-C6F17B56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1303C-C5FA-2154-E2FC-FAB7FC18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Results—Processing task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05F23-4938-7F67-D32E-DC925CFD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6409" y="1628800"/>
            <a:ext cx="10639182" cy="425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9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3CD9-DC16-6D74-10E9-31D61058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F4C7-E789-26A7-AF21-CB5D3047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Results—Memory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F0A19-A389-C371-EB91-DE11A8992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172" y="1268760"/>
            <a:ext cx="6847656" cy="513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13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DD8F-D99F-80EF-4747-CE4B309B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D9333-6F3E-9F87-087A-CBA1D59A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90" y="1484784"/>
            <a:ext cx="10981220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29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UZH">
  <a:themeElements>
    <a:clrScheme name="UZH">
      <a:dk1>
        <a:srgbClr val="000000"/>
      </a:dk1>
      <a:lt1>
        <a:srgbClr val="FFFFFF"/>
      </a:lt1>
      <a:dk2>
        <a:srgbClr val="DADEE2"/>
      </a:dk2>
      <a:lt2>
        <a:srgbClr val="FEDC00"/>
      </a:lt2>
      <a:accent1>
        <a:srgbClr val="0028A5"/>
      </a:accent1>
      <a:accent2>
        <a:srgbClr val="A3ADB7"/>
      </a:accent2>
      <a:accent3>
        <a:srgbClr val="DC6027"/>
      </a:accent3>
      <a:accent4>
        <a:srgbClr val="0B82A0"/>
      </a:accent4>
      <a:accent5>
        <a:srgbClr val="2A7F60"/>
      </a:accent5>
      <a:accent6>
        <a:srgbClr val="91C34A"/>
      </a:accent6>
      <a:hlink>
        <a:srgbClr val="DC6027"/>
      </a:hlink>
      <a:folHlink>
        <a:srgbClr val="000000"/>
      </a:folHlink>
    </a:clrScheme>
    <a:fontScheme name="Office-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UZH">
        <a:dk1>
          <a:srgbClr val="000000"/>
        </a:dk1>
        <a:lt1>
          <a:srgbClr val="FFFFFF"/>
        </a:lt1>
        <a:dk2>
          <a:srgbClr val="DADEE2"/>
        </a:dk2>
        <a:lt2>
          <a:srgbClr val="FEDC00"/>
        </a:lt2>
        <a:accent1>
          <a:srgbClr val="0028A5"/>
        </a:accent1>
        <a:accent2>
          <a:srgbClr val="A3ADB7"/>
        </a:accent2>
        <a:accent3>
          <a:srgbClr val="DC6027"/>
        </a:accent3>
        <a:accent4>
          <a:srgbClr val="0B82A0"/>
        </a:accent4>
        <a:accent5>
          <a:srgbClr val="2A7F60"/>
        </a:accent5>
        <a:accent6>
          <a:srgbClr val="91C34A"/>
        </a:accent6>
        <a:hlink>
          <a:srgbClr val="DC6027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lau 100%">
      <a:srgbClr val="0028A5"/>
    </a:custClr>
    <a:custClr name="Grau 100%">
      <a:srgbClr val="A3ADB7"/>
    </a:custClr>
    <a:custClr name="Ockerrot 100%">
      <a:srgbClr val="DC6027"/>
    </a:custClr>
    <a:custClr name="Türkis 100%">
      <a:srgbClr val="0B82A0"/>
    </a:custClr>
    <a:custClr name="Flaschengrün 100%">
      <a:srgbClr val="2A7F62"/>
    </a:custClr>
    <a:custClr name="Lindengrün 100%">
      <a:srgbClr val="91C34A"/>
    </a:custClr>
    <a:custClr name="Warmgelb 100%">
      <a:srgbClr val="FEDE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80%">
      <a:srgbClr val="3353B7"/>
    </a:custClr>
    <a:custClr name="Grau 80%">
      <a:srgbClr val="B5BDC5"/>
    </a:custClr>
    <a:custClr name="Ockerrot 80%">
      <a:srgbClr val="E38052"/>
    </a:custClr>
    <a:custClr name="Türkis 80%">
      <a:srgbClr val="3C9FB6"/>
    </a:custClr>
    <a:custClr name="Flaschengrün 80%">
      <a:srgbClr val="569D85"/>
    </a:custClr>
    <a:custClr name="Lindengrün 80%">
      <a:srgbClr val="AAD470"/>
    </a:custClr>
    <a:custClr name="Warmgelb 80%">
      <a:srgbClr val="FBE65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60%">
      <a:srgbClr val="667EC9"/>
    </a:custClr>
    <a:custClr name="Grau 60%">
      <a:srgbClr val="C8CED4"/>
    </a:custClr>
    <a:custClr name="Ockerrot 60%">
      <a:srgbClr val="EAA07D"/>
    </a:custClr>
    <a:custClr name="Türkis 60%">
      <a:srgbClr val="6BB7C7"/>
    </a:custClr>
    <a:custClr name="Flaschengrün 60%">
      <a:srgbClr val="80B6A4"/>
    </a:custClr>
    <a:custClr name="Lindengrün 60%">
      <a:srgbClr val="BFDF94"/>
    </a:custClr>
    <a:custClr name="Warmgelb 60%">
      <a:srgbClr val="FCEC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40%">
      <a:srgbClr val="99A9DB"/>
    </a:custClr>
    <a:custClr name="Grau 40%">
      <a:srgbClr val="DADEE2"/>
    </a:custClr>
    <a:custClr name="Ockerrot 40%">
      <a:srgbClr val="F1BFA9"/>
    </a:custClr>
    <a:custClr name="Türkis 40%">
      <a:srgbClr val="ABCEC2"/>
    </a:custClr>
    <a:custClr name="Flaschengrün 40%">
      <a:srgbClr val="ABCEC2"/>
    </a:custClr>
    <a:custClr name="Lindengrün 40%">
      <a:srgbClr val="D5E9B7"/>
    </a:custClr>
    <a:custClr name="Warmgelb 40%">
      <a:srgbClr val="FDF3A8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20%">
      <a:srgbClr val="CCD4ED"/>
    </a:custClr>
    <a:custClr name="Grau 20%">
      <a:srgbClr val="EDEFF1"/>
    </a:custClr>
    <a:custClr name="Ockerrot 20%">
      <a:srgbClr val="F8DFD4"/>
    </a:custClr>
    <a:custClr name="Türkis 20%">
      <a:srgbClr val="CFE8EC"/>
    </a:custClr>
    <a:custClr name="Flaschengrün 20%">
      <a:srgbClr val="D5E7E1"/>
    </a:custClr>
    <a:custClr name="Lindengrün 20%">
      <a:srgbClr val="EAF4DB"/>
    </a:custClr>
    <a:custClr name="Warmgelb 20%">
      <a:srgbClr val="FEF9D3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UZH_templete" id="{4E5AF93A-452B-4A4E-B088-229BBA1E62BE}" vid="{7521740B-3B3F-C342-8178-01D9ED411CA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ZH_templete" id="{4E5AF93A-452B-4A4E-B088-229BBA1E62BE}" vid="{91704DEE-7FC7-604A-B889-5F6FFA459487}"/>
    </a:ext>
  </a:extLst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37D965D251E1439C1CD57D2EFC8C6A" ma:contentTypeVersion="4" ma:contentTypeDescription="Create a new document." ma:contentTypeScope="" ma:versionID="8950c9159af89c4d854e6a08983688d3">
  <xsd:schema xmlns:xsd="http://www.w3.org/2001/XMLSchema" xmlns:xs="http://www.w3.org/2001/XMLSchema" xmlns:p="http://schemas.microsoft.com/office/2006/metadata/properties" xmlns:ns2="5a288652-db97-4d4a-8161-2c10d20633aa" targetNamespace="http://schemas.microsoft.com/office/2006/metadata/properties" ma:root="true" ma:fieldsID="fd7a6a6b8f3064127aadcf16fe8c66dc" ns2:_="">
    <xsd:import namespace="5a288652-db97-4d4a-8161-2c10d20633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288652-db97-4d4a-8161-2c10d20633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FB3319-725D-4B45-8029-31CF6BB663F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9B4AFBE-FF2E-4D95-A821-8DBAA8F64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288652-db97-4d4a-8161-2c10d20633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9ADB24-CFDC-46F4-AB48-3FC247B4A0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</Template>
  <TotalTime>27318</TotalTime>
  <Words>316</Words>
  <Application>Microsoft Macintosh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UZH</vt:lpstr>
      <vt:lpstr>Custom Design</vt:lpstr>
      <vt:lpstr>Experiment 1: Design</vt:lpstr>
      <vt:lpstr>Experiment 1: Procedure</vt:lpstr>
      <vt:lpstr>Experiment 1: Procedure</vt:lpstr>
      <vt:lpstr>Experiment 1: Results—Processing task</vt:lpstr>
      <vt:lpstr>Experiment 1: Results—Processing task</vt:lpstr>
      <vt:lpstr>Experiment 1: Results—Memory task</vt:lpstr>
      <vt:lpstr>Experiment 2: Design</vt:lpstr>
      <vt:lpstr>Experiment 2: Results—Processing task</vt:lpstr>
      <vt:lpstr>Experiment 2: Results—Processing task</vt:lpstr>
      <vt:lpstr>Experiment 2: Results—Memory task</vt:lpstr>
      <vt:lpstr>Experiment 3a: Design</vt:lpstr>
      <vt:lpstr>Experiment 3: Results—Processing task</vt:lpstr>
      <vt:lpstr>Experiment 3: Results—Processing task</vt:lpstr>
      <vt:lpstr>Experiment 3: Results—Memory task</vt:lpstr>
      <vt:lpstr>Cognitive load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design</dc:title>
  <dc:subject/>
  <dc:creator>辰宇 李</dc:creator>
  <cp:keywords/>
  <dc:description>Vorlage uzh_praesentationen_16:9_e MSO2016 v3 11.02.2016</dc:description>
  <cp:lastModifiedBy>Chenyu Li</cp:lastModifiedBy>
  <cp:revision>17</cp:revision>
  <dcterms:created xsi:type="dcterms:W3CDTF">2023-03-20T15:39:38Z</dcterms:created>
  <dcterms:modified xsi:type="dcterms:W3CDTF">2026-03-28T20:07:00Z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0x0101005937D965D251E1439C1CD57D2EFC8C6A</vt:lpwstr>
  </property>
</Properties>
</file>